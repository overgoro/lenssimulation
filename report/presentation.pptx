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_rels/slideMaster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18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15.xml" ContentType="application/vnd.openxmlformats-officedocument.theme+xml"/>
  <Override PartName="/ppt/theme/theme14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_rels/presentation.xml.rels" ContentType="application/vnd.openxmlformats-package.relationships+xml"/>
  <Override PartName="/ppt/media/image13.png" ContentType="image/png"/>
  <Override PartName="/ppt/media/image4.png" ContentType="image/png"/>
  <Override PartName="/ppt/media/image9.png" ContentType="image/png"/>
  <Override PartName="/ppt/media/image18.png" ContentType="image/png"/>
  <Override PartName="/ppt/media/image20.png" ContentType="image/png"/>
  <Override PartName="/ppt/media/image12.png" ContentType="image/png"/>
  <Override PartName="/ppt/media/image3.png" ContentType="image/png"/>
  <Override PartName="/ppt/media/image21.png" ContentType="image/png"/>
  <Override PartName="/ppt/media/image19.png" ContentType="image/png"/>
  <Override PartName="/ppt/media/image5.png" ContentType="image/png"/>
  <Override PartName="/ppt/media/image14.png" ContentType="image/png"/>
  <Override PartName="/ppt/media/image1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16.png" ContentType="image/png"/>
  <Override PartName="/ppt/media/image7.png" ContentType="image/png"/>
  <Override PartName="/ppt/media/image2.png" ContentType="image/png"/>
  <Override PartName="/ppt/media/image11.png" ContentType="image/png"/>
  <Override PartName="/ppt/media/image8.png" ContentType="image/png"/>
  <Override PartName="/ppt/media/image17.png" ContentType="image/png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8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</p:sldMasterIdLst>
  <p:sldIdLst>
    <p:sldId id="256" r:id="rId22"/>
    <p:sldId id="257" r:id="rId23"/>
    <p:sldId id="258" r:id="rId24"/>
    <p:sldId id="259" r:id="rId25"/>
    <p:sldId id="260" r:id="rId26"/>
    <p:sldId id="261" r:id="rId27"/>
    <p:sldId id="262" r:id="rId28"/>
    <p:sldId id="263" r:id="rId29"/>
    <p:sldId id="264" r:id="rId30"/>
    <p:sldId id="265" r:id="rId31"/>
    <p:sldId id="266" r:id="rId32"/>
    <p:sldId id="267" r:id="rId33"/>
    <p:sldId id="268" r:id="rId34"/>
    <p:sldId id="269" r:id="rId35"/>
    <p:sldId id="270" r:id="rId36"/>
    <p:sldId id="271" r:id="rId37"/>
  </p:sldIdLst>
  <p:sldSz cx="12193588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" Target="slides/slide1.xml"/><Relationship Id="rId23" Type="http://schemas.openxmlformats.org/officeDocument/2006/relationships/slide" Target="slides/slide2.xml"/><Relationship Id="rId24" Type="http://schemas.openxmlformats.org/officeDocument/2006/relationships/slide" Target="slides/slide3.xml"/><Relationship Id="rId25" Type="http://schemas.openxmlformats.org/officeDocument/2006/relationships/slide" Target="slides/slide4.xml"/><Relationship Id="rId26" Type="http://schemas.openxmlformats.org/officeDocument/2006/relationships/slide" Target="slides/slide5.xml"/><Relationship Id="rId27" Type="http://schemas.openxmlformats.org/officeDocument/2006/relationships/slide" Target="slides/slide6.xml"/><Relationship Id="rId28" Type="http://schemas.openxmlformats.org/officeDocument/2006/relationships/slide" Target="slides/slide7.xml"/><Relationship Id="rId29" Type="http://schemas.openxmlformats.org/officeDocument/2006/relationships/slide" Target="slides/slide8.xml"/><Relationship Id="rId30" Type="http://schemas.openxmlformats.org/officeDocument/2006/relationships/slide" Target="slides/slide9.xml"/><Relationship Id="rId31" Type="http://schemas.openxmlformats.org/officeDocument/2006/relationships/slide" Target="slides/slide10.xml"/><Relationship Id="rId32" Type="http://schemas.openxmlformats.org/officeDocument/2006/relationships/slide" Target="slides/slide11.xml"/><Relationship Id="rId33" Type="http://schemas.openxmlformats.org/officeDocument/2006/relationships/slide" Target="slides/slide12.xml"/><Relationship Id="rId34" Type="http://schemas.openxmlformats.org/officeDocument/2006/relationships/slide" Target="slides/slide13.xml"/><Relationship Id="rId35" Type="http://schemas.openxmlformats.org/officeDocument/2006/relationships/slide" Target="slides/slide14.xml"/><Relationship Id="rId36" Type="http://schemas.openxmlformats.org/officeDocument/2006/relationships/slide" Target="slides/slide15.xml"/><Relationship Id="rId37" Type="http://schemas.openxmlformats.org/officeDocument/2006/relationships/slide" Target="slides/slide16.xml"/><Relationship Id="rId3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91080"/>
            <a:ext cx="10973160" cy="150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316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DD0DEA5-B53F-48C5-A5AD-363B8F3DE5D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355E6EB-DC94-43EE-A59E-29674FF9FFB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A3C3C86-F632-40EC-AC90-A347304B782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5594F657-BF79-4E1C-A1D2-7CD0C6E99B1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002C0EA3-57E3-4EA9-BADC-0E714AA3EF9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2AEB5175-DDEC-46BD-8740-E8AA99BA4CA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EC357FC6-E6F8-441F-8906-278FA09CBA6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ECCEA1D8-C17B-4557-B72C-7E955EB1217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E94800E6-4455-4A2D-9B56-78B565ADC68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609480" y="91080"/>
            <a:ext cx="10973160" cy="150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316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F17F0B16-10BB-477A-812A-64E2DE8E413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3C791115-2B1B-407D-B94A-80C8B04B3D0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609480" y="91080"/>
            <a:ext cx="10973160" cy="150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64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/>
          </p:nvPr>
        </p:nvSpPr>
        <p:spPr>
          <a:xfrm>
            <a:off x="6232320" y="1604520"/>
            <a:ext cx="535464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D36BEBF5-AB3C-4FEF-A3B4-5861B6BA454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0DAAD3E9-562B-4F5D-A247-A2E4E274010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609480" y="91080"/>
            <a:ext cx="10973160" cy="150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93A00866-D203-4E6D-A0A8-C4B465ED925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221ECAC1-A4B5-41CE-94CD-C70777040C0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7"/>
          </p:nvPr>
        </p:nvSpPr>
        <p:spPr/>
        <p:txBody>
          <a:bodyPr/>
          <a:p>
            <a:fld id="{254EB1FF-8643-4196-8578-813BFA298EB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CA1939A1-5CC9-4FD8-864A-F118F15AD9C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объект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609480" y="91080"/>
            <a:ext cx="10973160" cy="150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316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3"/>
          </p:nvPr>
        </p:nvSpPr>
        <p:spPr/>
        <p:txBody>
          <a:bodyPr/>
          <a:p>
            <a:fld id="{2F057F7C-7429-4D3E-9F10-BD2E24466AD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609480" y="91080"/>
            <a:ext cx="10973160" cy="150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316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6"/>
          </p:nvPr>
        </p:nvSpPr>
        <p:spPr/>
        <p:txBody>
          <a:bodyPr/>
          <a:p>
            <a:fld id="{F576CA3B-9824-454D-9340-1EB5A9B2CFA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Обычный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609480" y="91080"/>
            <a:ext cx="10973160" cy="150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316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9"/>
          </p:nvPr>
        </p:nvSpPr>
        <p:spPr/>
        <p:txBody>
          <a:bodyPr/>
          <a:p>
            <a:fld id="{43E4478E-BD5F-43B2-A277-E69A5A4C4DE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Picture 6" descr="hashOverlay-FullResolve.png"/>
          <p:cNvPicPr/>
          <p:nvPr/>
        </p:nvPicPr>
        <p:blipFill>
          <a:blip r:embed="rId2">
            <a:alphaModFix amt="10000"/>
          </a:blip>
          <a:stretch/>
        </p:blipFill>
        <p:spPr>
          <a:xfrm>
            <a:off x="0" y="0"/>
            <a:ext cx="12191400" cy="6856200"/>
          </a:xfrm>
          <a:prstGeom prst="rect">
            <a:avLst/>
          </a:prstGeom>
          <a:ln w="0">
            <a:noFill/>
          </a:ln>
        </p:spPr>
      </p:pic>
      <p:pic>
        <p:nvPicPr>
          <p:cNvPr id="1" name="Picture 6" descr="HD-ShadowLong.png"/>
          <p:cNvPicPr/>
          <p:nvPr/>
        </p:nvPicPr>
        <p:blipFill>
          <a:blip r:embed="rId3"/>
          <a:stretch/>
        </p:blipFill>
        <p:spPr>
          <a:xfrm>
            <a:off x="0" y="4242960"/>
            <a:ext cx="8966880" cy="274320"/>
          </a:xfrm>
          <a:prstGeom prst="rect">
            <a:avLst/>
          </a:prstGeom>
          <a:ln w="0">
            <a:noFill/>
          </a:ln>
        </p:spPr>
      </p:pic>
      <p:pic>
        <p:nvPicPr>
          <p:cNvPr id="2" name="Picture 7" descr="HD-ShadowShort.png"/>
          <p:cNvPicPr/>
          <p:nvPr/>
        </p:nvPicPr>
        <p:blipFill>
          <a:blip r:embed="rId4"/>
          <a:stretch/>
        </p:blipFill>
        <p:spPr>
          <a:xfrm>
            <a:off x="9112320" y="4243680"/>
            <a:ext cx="3075840" cy="275040"/>
          </a:xfrm>
          <a:prstGeom prst="rect">
            <a:avLst/>
          </a:prstGeom>
          <a:ln w="0">
            <a:noFill/>
          </a:ln>
        </p:spPr>
      </p:pic>
      <p:sp>
        <p:nvSpPr>
          <p:cNvPr id="3" name="Rectangle 8"/>
          <p:cNvSpPr/>
          <p:nvPr/>
        </p:nvSpPr>
        <p:spPr>
          <a:xfrm>
            <a:off x="0" y="2590200"/>
            <a:ext cx="8966880" cy="165852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Rectangle 9"/>
          <p:cNvSpPr/>
          <p:nvPr/>
        </p:nvSpPr>
        <p:spPr>
          <a:xfrm>
            <a:off x="9112320" y="2590200"/>
            <a:ext cx="3075840" cy="1658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91080"/>
            <a:ext cx="10973160" cy="150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ftr" idx="1"/>
          </p:nvPr>
        </p:nvSpPr>
        <p:spPr>
          <a:xfrm>
            <a:off x="680400" y="5936040"/>
            <a:ext cx="68695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sldNum" idx="2"/>
          </p:nvPr>
        </p:nvSpPr>
        <p:spPr>
          <a:xfrm>
            <a:off x="9255960" y="2750400"/>
            <a:ext cx="1170000" cy="135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ru-RU" sz="3600" spc="-1" strike="noStrike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fld id="{780A3D44-C878-4128-BFCE-0EB240F04EA2}" type="slidenum">
              <a:rPr b="0" lang="ru-RU" sz="3600" spc="-1" strike="noStrike">
                <a:solidFill>
                  <a:schemeClr val="dk1">
                    <a:tint val="75000"/>
                  </a:schemeClr>
                </a:solidFill>
                <a:latin typeface="Trebuchet MS"/>
              </a:rPr>
              <a:t>13</a:t>
            </a:fld>
            <a:endParaRPr b="0" lang="ru-RU" sz="3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3"/>
          </p:nvPr>
        </p:nvSpPr>
        <p:spPr>
          <a:xfrm>
            <a:off x="7551360" y="5936040"/>
            <a:ext cx="274176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6" descr="hashOverlay-FullResolve.png"/>
          <p:cNvPicPr/>
          <p:nvPr/>
        </p:nvPicPr>
        <p:blipFill>
          <a:blip r:embed="rId2">
            <a:alphaModFix amt="10000"/>
          </a:blip>
          <a:stretch/>
        </p:blipFill>
        <p:spPr>
          <a:xfrm>
            <a:off x="0" y="0"/>
            <a:ext cx="12191400" cy="6856200"/>
          </a:xfrm>
          <a:prstGeom prst="rect">
            <a:avLst/>
          </a:prstGeom>
          <a:ln w="0">
            <a:noFill/>
          </a:ln>
        </p:spPr>
      </p:pic>
      <p:pic>
        <p:nvPicPr>
          <p:cNvPr id="12" name="Picture 7" descr="HD-ShadowLong.png"/>
          <p:cNvPicPr/>
          <p:nvPr/>
        </p:nvPicPr>
        <p:blipFill>
          <a:blip r:embed="rId3"/>
          <a:stretch/>
        </p:blipFill>
        <p:spPr>
          <a:xfrm>
            <a:off x="0" y="5928480"/>
            <a:ext cx="10437120" cy="319320"/>
          </a:xfrm>
          <a:prstGeom prst="rect">
            <a:avLst/>
          </a:prstGeom>
          <a:ln w="0">
            <a:noFill/>
          </a:ln>
        </p:spPr>
      </p:pic>
      <p:pic>
        <p:nvPicPr>
          <p:cNvPr id="13" name="Picture 8" descr="HD-ShadowShort.png"/>
          <p:cNvPicPr/>
          <p:nvPr/>
        </p:nvPicPr>
        <p:blipFill>
          <a:blip r:embed="rId4"/>
          <a:stretch/>
        </p:blipFill>
        <p:spPr>
          <a:xfrm>
            <a:off x="10586520" y="5929560"/>
            <a:ext cx="1601280" cy="142560"/>
          </a:xfrm>
          <a:prstGeom prst="rect">
            <a:avLst/>
          </a:prstGeom>
          <a:ln w="0">
            <a:noFill/>
          </a:ln>
        </p:spPr>
      </p:pic>
      <p:sp>
        <p:nvSpPr>
          <p:cNvPr id="14" name="Rectangle 9"/>
          <p:cNvSpPr/>
          <p:nvPr/>
        </p:nvSpPr>
        <p:spPr>
          <a:xfrm>
            <a:off x="0" y="4568040"/>
            <a:ext cx="10437120" cy="136656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Rectangle 10"/>
          <p:cNvSpPr/>
          <p:nvPr/>
        </p:nvSpPr>
        <p:spPr>
          <a:xfrm>
            <a:off x="10586520" y="4568040"/>
            <a:ext cx="1601280" cy="13665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PlaceHolder 1"/>
          <p:cNvSpPr>
            <a:spLocks noGrp="1"/>
          </p:cNvSpPr>
          <p:nvPr>
            <p:ph type="ftr" idx="4"/>
          </p:nvPr>
        </p:nvSpPr>
        <p:spPr>
          <a:xfrm>
            <a:off x="680400" y="5936040"/>
            <a:ext cx="68695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sldNum" idx="5"/>
          </p:nvPr>
        </p:nvSpPr>
        <p:spPr>
          <a:xfrm>
            <a:off x="10730160" y="4711320"/>
            <a:ext cx="1152360" cy="108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ru-RU" sz="3600" spc="-1" strike="noStrike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fld id="{5F8CE852-76E5-42AB-B93E-EDBA8711F769}" type="slidenum">
              <a:rPr b="0" lang="ru-RU" sz="3600" spc="-1" strike="noStrike">
                <a:solidFill>
                  <a:schemeClr val="dk1">
                    <a:tint val="75000"/>
                  </a:schemeClr>
                </a:solidFill>
                <a:latin typeface="Trebuchet MS"/>
              </a:rPr>
              <a:t>&lt;номер&gt;</a:t>
            </a:fld>
            <a:endParaRPr b="0" lang="ru-RU" sz="3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6"/>
          </p:nvPr>
        </p:nvSpPr>
        <p:spPr>
          <a:xfrm>
            <a:off x="7551360" y="5936040"/>
            <a:ext cx="274176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5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6" descr="hashOverlay-FullResolve.png"/>
          <p:cNvPicPr/>
          <p:nvPr/>
        </p:nvPicPr>
        <p:blipFill>
          <a:blip r:embed="rId2">
            <a:alphaModFix amt="10000"/>
          </a:blip>
          <a:stretch/>
        </p:blipFill>
        <p:spPr>
          <a:xfrm>
            <a:off x="0" y="0"/>
            <a:ext cx="12191400" cy="6856200"/>
          </a:xfrm>
          <a:prstGeom prst="rect">
            <a:avLst/>
          </a:prstGeom>
          <a:ln w="0">
            <a:noFill/>
          </a:ln>
        </p:spPr>
      </p:pic>
      <p:pic>
        <p:nvPicPr>
          <p:cNvPr id="20" name="Picture 7" descr="HD-ShadowLong.png"/>
          <p:cNvPicPr/>
          <p:nvPr/>
        </p:nvPicPr>
        <p:blipFill>
          <a:blip r:embed="rId3"/>
          <a:stretch/>
        </p:blipFill>
        <p:spPr>
          <a:xfrm>
            <a:off x="0" y="5928480"/>
            <a:ext cx="10437120" cy="319320"/>
          </a:xfrm>
          <a:prstGeom prst="rect">
            <a:avLst/>
          </a:prstGeom>
          <a:ln w="0">
            <a:noFill/>
          </a:ln>
        </p:spPr>
      </p:pic>
      <p:pic>
        <p:nvPicPr>
          <p:cNvPr id="21" name="Picture 8" descr="HD-ShadowShort.png"/>
          <p:cNvPicPr/>
          <p:nvPr/>
        </p:nvPicPr>
        <p:blipFill>
          <a:blip r:embed="rId4"/>
          <a:stretch/>
        </p:blipFill>
        <p:spPr>
          <a:xfrm>
            <a:off x="10586520" y="5929560"/>
            <a:ext cx="1601280" cy="142560"/>
          </a:xfrm>
          <a:prstGeom prst="rect">
            <a:avLst/>
          </a:prstGeom>
          <a:ln w="0">
            <a:noFill/>
          </a:ln>
        </p:spPr>
      </p:pic>
      <p:sp>
        <p:nvSpPr>
          <p:cNvPr id="22" name="Rectangle 9"/>
          <p:cNvSpPr/>
          <p:nvPr/>
        </p:nvSpPr>
        <p:spPr>
          <a:xfrm>
            <a:off x="0" y="4568040"/>
            <a:ext cx="10437120" cy="136656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Rectangle 10"/>
          <p:cNvSpPr/>
          <p:nvPr/>
        </p:nvSpPr>
        <p:spPr>
          <a:xfrm>
            <a:off x="10586520" y="4568040"/>
            <a:ext cx="1601280" cy="13665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PlaceHolder 1"/>
          <p:cNvSpPr>
            <a:spLocks noGrp="1"/>
          </p:cNvSpPr>
          <p:nvPr>
            <p:ph type="ftr" idx="7"/>
          </p:nvPr>
        </p:nvSpPr>
        <p:spPr>
          <a:xfrm>
            <a:off x="680400" y="5936040"/>
            <a:ext cx="68695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sldNum" idx="8"/>
          </p:nvPr>
        </p:nvSpPr>
        <p:spPr>
          <a:xfrm>
            <a:off x="10730160" y="4711680"/>
            <a:ext cx="1152360" cy="108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ru-RU" sz="3600" spc="-1" strike="noStrike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fld id="{D45A144F-3F8A-4FA4-AE6F-981920D7C1D7}" type="slidenum">
              <a:rPr b="0" lang="ru-RU" sz="3600" spc="-1" strike="noStrike">
                <a:solidFill>
                  <a:schemeClr val="dk1">
                    <a:tint val="75000"/>
                  </a:schemeClr>
                </a:solidFill>
                <a:latin typeface="Trebuchet MS"/>
              </a:rPr>
              <a:t>&lt;номер&gt;</a:t>
            </a:fld>
            <a:endParaRPr b="0" lang="ru-RU" sz="3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9"/>
          </p:nvPr>
        </p:nvSpPr>
        <p:spPr>
          <a:xfrm>
            <a:off x="7551360" y="5936040"/>
            <a:ext cx="274176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5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6" descr="hashOverlay-FullResolve.png"/>
          <p:cNvPicPr/>
          <p:nvPr/>
        </p:nvPicPr>
        <p:blipFill>
          <a:blip r:embed="rId2">
            <a:alphaModFix amt="10000"/>
          </a:blip>
          <a:stretch/>
        </p:blipFill>
        <p:spPr>
          <a:xfrm>
            <a:off x="0" y="0"/>
            <a:ext cx="12191400" cy="6856200"/>
          </a:xfrm>
          <a:prstGeom prst="rect">
            <a:avLst/>
          </a:prstGeom>
          <a:ln w="0">
            <a:noFill/>
          </a:ln>
        </p:spPr>
      </p:pic>
      <p:pic>
        <p:nvPicPr>
          <p:cNvPr id="28" name="Picture 10" descr="HD-ShadowLong.png"/>
          <p:cNvPicPr/>
          <p:nvPr/>
        </p:nvPicPr>
        <p:blipFill>
          <a:blip r:embed="rId3"/>
          <a:stretch/>
        </p:blipFill>
        <p:spPr>
          <a:xfrm>
            <a:off x="0" y="5928480"/>
            <a:ext cx="10437120" cy="319320"/>
          </a:xfrm>
          <a:prstGeom prst="rect">
            <a:avLst/>
          </a:prstGeom>
          <a:ln w="0">
            <a:noFill/>
          </a:ln>
        </p:spPr>
      </p:pic>
      <p:pic>
        <p:nvPicPr>
          <p:cNvPr id="29" name="Picture 12" descr="HD-ShadowShort.png"/>
          <p:cNvPicPr/>
          <p:nvPr/>
        </p:nvPicPr>
        <p:blipFill>
          <a:blip r:embed="rId4"/>
          <a:stretch/>
        </p:blipFill>
        <p:spPr>
          <a:xfrm>
            <a:off x="10586520" y="5929560"/>
            <a:ext cx="1601280" cy="142560"/>
          </a:xfrm>
          <a:prstGeom prst="rect">
            <a:avLst/>
          </a:prstGeom>
          <a:ln w="0">
            <a:noFill/>
          </a:ln>
        </p:spPr>
      </p:pic>
      <p:sp>
        <p:nvSpPr>
          <p:cNvPr id="30" name="Rectangle 13"/>
          <p:cNvSpPr/>
          <p:nvPr/>
        </p:nvSpPr>
        <p:spPr>
          <a:xfrm>
            <a:off x="0" y="4568040"/>
            <a:ext cx="10437120" cy="136656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Rectangle 14"/>
          <p:cNvSpPr/>
          <p:nvPr/>
        </p:nvSpPr>
        <p:spPr>
          <a:xfrm>
            <a:off x="10586520" y="4568040"/>
            <a:ext cx="1601280" cy="13665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TextBox 15"/>
          <p:cNvSpPr/>
          <p:nvPr/>
        </p:nvSpPr>
        <p:spPr>
          <a:xfrm>
            <a:off x="583560" y="748080"/>
            <a:ext cx="607680" cy="58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7200" spc="-1" strike="noStrike" cap="all">
                <a:solidFill>
                  <a:schemeClr val="dk1"/>
                </a:solidFill>
                <a:latin typeface="Trebuchet MS"/>
              </a:rPr>
              <a:t>“</a:t>
            </a:r>
            <a:endParaRPr b="0" lang="ru-RU" sz="7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TextBox 16"/>
          <p:cNvSpPr/>
          <p:nvPr/>
        </p:nvSpPr>
        <p:spPr>
          <a:xfrm>
            <a:off x="9663480" y="3033360"/>
            <a:ext cx="607680" cy="58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7200" spc="-1" strike="noStrike" cap="all">
                <a:solidFill>
                  <a:schemeClr val="dk1"/>
                </a:solidFill>
                <a:latin typeface="Trebuchet MS"/>
              </a:rPr>
              <a:t>”</a:t>
            </a:r>
            <a:endParaRPr b="0" lang="ru-RU" sz="7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1"/>
          <p:cNvSpPr>
            <a:spLocks noGrp="1"/>
          </p:cNvSpPr>
          <p:nvPr>
            <p:ph type="ftr" idx="10"/>
          </p:nvPr>
        </p:nvSpPr>
        <p:spPr>
          <a:xfrm>
            <a:off x="680400" y="5936040"/>
            <a:ext cx="68695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sldNum" idx="11"/>
          </p:nvPr>
        </p:nvSpPr>
        <p:spPr>
          <a:xfrm>
            <a:off x="10730160" y="4709880"/>
            <a:ext cx="1152360" cy="108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ru-RU" sz="3600" spc="-1" strike="noStrike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fld id="{CA459A28-2728-47BF-87DA-F9D043B8677A}" type="slidenum">
              <a:rPr b="0" lang="ru-RU" sz="3600" spc="-1" strike="noStrike">
                <a:solidFill>
                  <a:schemeClr val="dk1">
                    <a:tint val="75000"/>
                  </a:schemeClr>
                </a:solidFill>
                <a:latin typeface="Trebuchet MS"/>
              </a:rPr>
              <a:t>&lt;номер&gt;</a:t>
            </a:fld>
            <a:endParaRPr b="0" lang="ru-RU" sz="3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dt" idx="12"/>
          </p:nvPr>
        </p:nvSpPr>
        <p:spPr>
          <a:xfrm>
            <a:off x="7551360" y="5936040"/>
            <a:ext cx="274176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5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6" descr="hashOverlay-FullResolve.png"/>
          <p:cNvPicPr/>
          <p:nvPr/>
        </p:nvPicPr>
        <p:blipFill>
          <a:blip r:embed="rId2">
            <a:alphaModFix amt="10000"/>
          </a:blip>
          <a:stretch/>
        </p:blipFill>
        <p:spPr>
          <a:xfrm>
            <a:off x="0" y="0"/>
            <a:ext cx="12191400" cy="6856200"/>
          </a:xfrm>
          <a:prstGeom prst="rect">
            <a:avLst/>
          </a:prstGeom>
          <a:ln w="0">
            <a:noFill/>
          </a:ln>
        </p:spPr>
      </p:pic>
      <p:pic>
        <p:nvPicPr>
          <p:cNvPr id="38" name="Picture 8" descr="HD-ShadowLong.png"/>
          <p:cNvPicPr/>
          <p:nvPr/>
        </p:nvPicPr>
        <p:blipFill>
          <a:blip r:embed="rId3"/>
          <a:stretch/>
        </p:blipFill>
        <p:spPr>
          <a:xfrm>
            <a:off x="0" y="5928480"/>
            <a:ext cx="10437120" cy="319320"/>
          </a:xfrm>
          <a:prstGeom prst="rect">
            <a:avLst/>
          </a:prstGeom>
          <a:ln w="0">
            <a:noFill/>
          </a:ln>
        </p:spPr>
      </p:pic>
      <p:pic>
        <p:nvPicPr>
          <p:cNvPr id="39" name="Picture 9" descr="HD-ShadowShort.png"/>
          <p:cNvPicPr/>
          <p:nvPr/>
        </p:nvPicPr>
        <p:blipFill>
          <a:blip r:embed="rId4"/>
          <a:stretch/>
        </p:blipFill>
        <p:spPr>
          <a:xfrm>
            <a:off x="10586520" y="5929560"/>
            <a:ext cx="1601280" cy="142560"/>
          </a:xfrm>
          <a:prstGeom prst="rect">
            <a:avLst/>
          </a:prstGeom>
          <a:ln w="0">
            <a:noFill/>
          </a:ln>
        </p:spPr>
      </p:pic>
      <p:sp>
        <p:nvSpPr>
          <p:cNvPr id="40" name="Rectangle 10"/>
          <p:cNvSpPr/>
          <p:nvPr/>
        </p:nvSpPr>
        <p:spPr>
          <a:xfrm>
            <a:off x="0" y="4568040"/>
            <a:ext cx="10437120" cy="136656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Rectangle 11"/>
          <p:cNvSpPr/>
          <p:nvPr/>
        </p:nvSpPr>
        <p:spPr>
          <a:xfrm>
            <a:off x="10586520" y="4568040"/>
            <a:ext cx="1601280" cy="13665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PlaceHolder 1"/>
          <p:cNvSpPr>
            <a:spLocks noGrp="1"/>
          </p:cNvSpPr>
          <p:nvPr>
            <p:ph type="ftr" idx="13"/>
          </p:nvPr>
        </p:nvSpPr>
        <p:spPr>
          <a:xfrm>
            <a:off x="680400" y="5936040"/>
            <a:ext cx="68695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ldNum" idx="14"/>
          </p:nvPr>
        </p:nvSpPr>
        <p:spPr>
          <a:xfrm>
            <a:off x="10730160" y="4709880"/>
            <a:ext cx="1152360" cy="108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ru-RU" sz="3600" spc="-1" strike="noStrike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fld id="{25767B8B-D8E4-431E-AD06-CEEB6E80CCC7}" type="slidenum">
              <a:rPr b="0" lang="ru-RU" sz="3600" spc="-1" strike="noStrike">
                <a:solidFill>
                  <a:schemeClr val="dk1">
                    <a:tint val="75000"/>
                  </a:schemeClr>
                </a:solidFill>
                <a:latin typeface="Trebuchet MS"/>
              </a:rPr>
              <a:t>&lt;номер&gt;</a:t>
            </a:fld>
            <a:endParaRPr b="0" lang="ru-RU" sz="3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dt" idx="15"/>
          </p:nvPr>
        </p:nvSpPr>
        <p:spPr>
          <a:xfrm>
            <a:off x="7551360" y="5936040"/>
            <a:ext cx="274176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5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6" descr="hashOverlay-FullResolve.png"/>
          <p:cNvPicPr/>
          <p:nvPr/>
        </p:nvPicPr>
        <p:blipFill>
          <a:blip r:embed="rId2">
            <a:alphaModFix amt="10000"/>
          </a:blip>
          <a:stretch/>
        </p:blipFill>
        <p:spPr>
          <a:xfrm>
            <a:off x="0" y="0"/>
            <a:ext cx="12191400" cy="6856200"/>
          </a:xfrm>
          <a:prstGeom prst="rect">
            <a:avLst/>
          </a:prstGeom>
          <a:ln w="0">
            <a:noFill/>
          </a:ln>
        </p:spPr>
      </p:pic>
      <p:pic>
        <p:nvPicPr>
          <p:cNvPr id="46" name="Picture 12" descr="HD-ShadowLong.png"/>
          <p:cNvPicPr/>
          <p:nvPr/>
        </p:nvPicPr>
        <p:blipFill>
          <a:blip r:embed="rId3"/>
          <a:stretch/>
        </p:blipFill>
        <p:spPr>
          <a:xfrm>
            <a:off x="0" y="1970280"/>
            <a:ext cx="10437120" cy="319320"/>
          </a:xfrm>
          <a:prstGeom prst="rect">
            <a:avLst/>
          </a:prstGeom>
          <a:ln w="0">
            <a:noFill/>
          </a:ln>
        </p:spPr>
      </p:pic>
      <p:pic>
        <p:nvPicPr>
          <p:cNvPr id="47" name="Picture 13" descr="HD-ShadowShort.png"/>
          <p:cNvPicPr/>
          <p:nvPr/>
        </p:nvPicPr>
        <p:blipFill>
          <a:blip r:embed="rId4"/>
          <a:stretch/>
        </p:blipFill>
        <p:spPr>
          <a:xfrm>
            <a:off x="10586520" y="1971360"/>
            <a:ext cx="1601280" cy="142560"/>
          </a:xfrm>
          <a:prstGeom prst="rect">
            <a:avLst/>
          </a:prstGeom>
          <a:ln w="0">
            <a:noFill/>
          </a:ln>
        </p:spPr>
      </p:pic>
      <p:sp>
        <p:nvSpPr>
          <p:cNvPr id="48" name="Rectangle 15"/>
          <p:cNvSpPr/>
          <p:nvPr/>
        </p:nvSpPr>
        <p:spPr>
          <a:xfrm>
            <a:off x="0" y="609480"/>
            <a:ext cx="10437120" cy="136656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Rectangle 16"/>
          <p:cNvSpPr/>
          <p:nvPr/>
        </p:nvSpPr>
        <p:spPr>
          <a:xfrm>
            <a:off x="10586520" y="609480"/>
            <a:ext cx="1601280" cy="13665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PlaceHolder 1"/>
          <p:cNvSpPr>
            <a:spLocks noGrp="1"/>
          </p:cNvSpPr>
          <p:nvPr>
            <p:ph type="ftr" idx="16"/>
          </p:nvPr>
        </p:nvSpPr>
        <p:spPr>
          <a:xfrm>
            <a:off x="680400" y="5936040"/>
            <a:ext cx="68695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ldNum" idx="17"/>
          </p:nvPr>
        </p:nvSpPr>
        <p:spPr>
          <a:xfrm>
            <a:off x="10730160" y="753120"/>
            <a:ext cx="1152360" cy="108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ru-RU" sz="3600" spc="-1" strike="noStrike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fld id="{1A6FAC69-2E64-477F-8559-7C20F4CD4DD5}" type="slidenum">
              <a:rPr b="0" lang="ru-RU" sz="3600" spc="-1" strike="noStrike">
                <a:solidFill>
                  <a:schemeClr val="dk1">
                    <a:tint val="75000"/>
                  </a:schemeClr>
                </a:solidFill>
                <a:latin typeface="Trebuchet MS"/>
              </a:rPr>
              <a:t>&lt;номер&gt;</a:t>
            </a:fld>
            <a:endParaRPr b="0" lang="ru-RU" sz="3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dt" idx="18"/>
          </p:nvPr>
        </p:nvSpPr>
        <p:spPr>
          <a:xfrm>
            <a:off x="7551360" y="5936040"/>
            <a:ext cx="274176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5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6" descr="hashOverlay-FullResolve.png"/>
          <p:cNvPicPr/>
          <p:nvPr/>
        </p:nvPicPr>
        <p:blipFill>
          <a:blip r:embed="rId2">
            <a:alphaModFix amt="10000"/>
          </a:blip>
          <a:stretch/>
        </p:blipFill>
        <p:spPr>
          <a:xfrm>
            <a:off x="0" y="0"/>
            <a:ext cx="12191400" cy="6856200"/>
          </a:xfrm>
          <a:prstGeom prst="rect">
            <a:avLst/>
          </a:prstGeom>
          <a:ln w="0">
            <a:noFill/>
          </a:ln>
        </p:spPr>
      </p:pic>
      <p:pic>
        <p:nvPicPr>
          <p:cNvPr id="54" name="Picture 14" descr="HD-ShadowLong.png"/>
          <p:cNvPicPr/>
          <p:nvPr/>
        </p:nvPicPr>
        <p:blipFill>
          <a:blip r:embed="rId3"/>
          <a:stretch/>
        </p:blipFill>
        <p:spPr>
          <a:xfrm>
            <a:off x="0" y="1970280"/>
            <a:ext cx="10437120" cy="319320"/>
          </a:xfrm>
          <a:prstGeom prst="rect">
            <a:avLst/>
          </a:prstGeom>
          <a:ln w="0">
            <a:noFill/>
          </a:ln>
        </p:spPr>
      </p:pic>
      <p:pic>
        <p:nvPicPr>
          <p:cNvPr id="55" name="Picture 15" descr="HD-ShadowShort.png"/>
          <p:cNvPicPr/>
          <p:nvPr/>
        </p:nvPicPr>
        <p:blipFill>
          <a:blip r:embed="rId4"/>
          <a:stretch/>
        </p:blipFill>
        <p:spPr>
          <a:xfrm>
            <a:off x="10586520" y="1971360"/>
            <a:ext cx="1601280" cy="142560"/>
          </a:xfrm>
          <a:prstGeom prst="rect">
            <a:avLst/>
          </a:prstGeom>
          <a:ln w="0">
            <a:noFill/>
          </a:ln>
        </p:spPr>
      </p:pic>
      <p:sp>
        <p:nvSpPr>
          <p:cNvPr id="56" name="Rectangle 16"/>
          <p:cNvSpPr/>
          <p:nvPr/>
        </p:nvSpPr>
        <p:spPr>
          <a:xfrm>
            <a:off x="0" y="609480"/>
            <a:ext cx="10437120" cy="136656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Rectangle 17"/>
          <p:cNvSpPr/>
          <p:nvPr/>
        </p:nvSpPr>
        <p:spPr>
          <a:xfrm>
            <a:off x="10586520" y="609480"/>
            <a:ext cx="1601280" cy="13665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PlaceHolder 1"/>
          <p:cNvSpPr>
            <a:spLocks noGrp="1"/>
          </p:cNvSpPr>
          <p:nvPr>
            <p:ph type="ftr" idx="19"/>
          </p:nvPr>
        </p:nvSpPr>
        <p:spPr>
          <a:xfrm>
            <a:off x="680400" y="5936040"/>
            <a:ext cx="68695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ldNum" idx="20"/>
          </p:nvPr>
        </p:nvSpPr>
        <p:spPr>
          <a:xfrm>
            <a:off x="10730160" y="753120"/>
            <a:ext cx="1152360" cy="108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ru-RU" sz="3600" spc="-1" strike="noStrike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fld id="{E1DC9714-BAAB-43BD-864B-6F1DA93A95A8}" type="slidenum">
              <a:rPr b="0" lang="ru-RU" sz="3600" spc="-1" strike="noStrike">
                <a:solidFill>
                  <a:schemeClr val="dk1">
                    <a:tint val="75000"/>
                  </a:schemeClr>
                </a:solidFill>
                <a:latin typeface="Trebuchet MS"/>
              </a:rPr>
              <a:t>&lt;номер&gt;</a:t>
            </a:fld>
            <a:endParaRPr b="0" lang="ru-RU" sz="3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dt" idx="21"/>
          </p:nvPr>
        </p:nvSpPr>
        <p:spPr>
          <a:xfrm>
            <a:off x="7551360" y="5936040"/>
            <a:ext cx="274176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5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6" descr="hashOverlay-FullResolve.png"/>
          <p:cNvPicPr/>
          <p:nvPr/>
        </p:nvPicPr>
        <p:blipFill>
          <a:blip r:embed="rId2">
            <a:alphaModFix amt="10000"/>
          </a:blip>
          <a:stretch/>
        </p:blipFill>
        <p:spPr>
          <a:xfrm>
            <a:off x="0" y="0"/>
            <a:ext cx="12191400" cy="6856200"/>
          </a:xfrm>
          <a:prstGeom prst="rect">
            <a:avLst/>
          </a:prstGeom>
          <a:ln w="0">
            <a:noFill/>
          </a:ln>
        </p:spPr>
      </p:pic>
      <p:pic>
        <p:nvPicPr>
          <p:cNvPr id="62" name="Picture 6" descr="HD-ShadowLong.png"/>
          <p:cNvPicPr/>
          <p:nvPr/>
        </p:nvPicPr>
        <p:blipFill>
          <a:blip r:embed="rId3"/>
          <a:stretch/>
        </p:blipFill>
        <p:spPr>
          <a:xfrm>
            <a:off x="0" y="1970280"/>
            <a:ext cx="10437120" cy="319320"/>
          </a:xfrm>
          <a:prstGeom prst="rect">
            <a:avLst/>
          </a:prstGeom>
          <a:ln w="0">
            <a:noFill/>
          </a:ln>
        </p:spPr>
      </p:pic>
      <p:pic>
        <p:nvPicPr>
          <p:cNvPr id="63" name="Picture 7" descr="HD-ShadowShort.png"/>
          <p:cNvPicPr/>
          <p:nvPr/>
        </p:nvPicPr>
        <p:blipFill>
          <a:blip r:embed="rId4"/>
          <a:stretch/>
        </p:blipFill>
        <p:spPr>
          <a:xfrm>
            <a:off x="10586520" y="1971360"/>
            <a:ext cx="1601280" cy="142560"/>
          </a:xfrm>
          <a:prstGeom prst="rect">
            <a:avLst/>
          </a:prstGeom>
          <a:ln w="0">
            <a:noFill/>
          </a:ln>
        </p:spPr>
      </p:pic>
      <p:sp>
        <p:nvSpPr>
          <p:cNvPr id="64" name="Rectangle 8"/>
          <p:cNvSpPr/>
          <p:nvPr/>
        </p:nvSpPr>
        <p:spPr>
          <a:xfrm>
            <a:off x="0" y="609480"/>
            <a:ext cx="10437120" cy="136656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Rectangle 9"/>
          <p:cNvSpPr/>
          <p:nvPr/>
        </p:nvSpPr>
        <p:spPr>
          <a:xfrm>
            <a:off x="10586520" y="609480"/>
            <a:ext cx="1601280" cy="13665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PlaceHolder 1"/>
          <p:cNvSpPr>
            <a:spLocks noGrp="1"/>
          </p:cNvSpPr>
          <p:nvPr>
            <p:ph type="ftr" idx="22"/>
          </p:nvPr>
        </p:nvSpPr>
        <p:spPr>
          <a:xfrm>
            <a:off x="680400" y="5936040"/>
            <a:ext cx="68695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ldNum" idx="23"/>
          </p:nvPr>
        </p:nvSpPr>
        <p:spPr>
          <a:xfrm>
            <a:off x="10730160" y="753120"/>
            <a:ext cx="1152360" cy="108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ru-RU" sz="3600" spc="-1" strike="noStrike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fld id="{2508D9E0-135B-45A0-8252-D6C44BF38BF6}" type="slidenum">
              <a:rPr b="0" lang="ru-RU" sz="3600" spc="-1" strike="noStrike">
                <a:solidFill>
                  <a:schemeClr val="dk1">
                    <a:tint val="75000"/>
                  </a:schemeClr>
                </a:solidFill>
                <a:latin typeface="Trebuchet MS"/>
              </a:rPr>
              <a:t>&lt;номер&gt;</a:t>
            </a:fld>
            <a:endParaRPr b="0" lang="ru-RU" sz="3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dt" idx="24"/>
          </p:nvPr>
        </p:nvSpPr>
        <p:spPr>
          <a:xfrm>
            <a:off x="7551360" y="5936040"/>
            <a:ext cx="274176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5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6" descr="hashOverlay-FullResolve.png"/>
          <p:cNvPicPr/>
          <p:nvPr/>
        </p:nvPicPr>
        <p:blipFill>
          <a:blip r:embed="rId2">
            <a:alphaModFix amt="10000"/>
          </a:blip>
          <a:stretch/>
        </p:blipFill>
        <p:spPr>
          <a:xfrm>
            <a:off x="0" y="0"/>
            <a:ext cx="12191400" cy="6856200"/>
          </a:xfrm>
          <a:prstGeom prst="rect">
            <a:avLst/>
          </a:prstGeom>
          <a:ln w="0">
            <a:noFill/>
          </a:ln>
        </p:spPr>
      </p:pic>
      <p:sp>
        <p:nvSpPr>
          <p:cNvPr id="70" name="Rectangle 6"/>
          <p:cNvSpPr/>
          <p:nvPr/>
        </p:nvSpPr>
        <p:spPr>
          <a:xfrm rot="5400000">
            <a:off x="8118360" y="1867680"/>
            <a:ext cx="5105160" cy="136656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Rectangle 7"/>
          <p:cNvSpPr/>
          <p:nvPr/>
        </p:nvSpPr>
        <p:spPr>
          <a:xfrm rot="5400000">
            <a:off x="9870480" y="5372280"/>
            <a:ext cx="1601280" cy="13665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PlaceHolder 1"/>
          <p:cNvSpPr>
            <a:spLocks noGrp="1"/>
          </p:cNvSpPr>
          <p:nvPr>
            <p:ph type="ftr" idx="25"/>
          </p:nvPr>
        </p:nvSpPr>
        <p:spPr>
          <a:xfrm>
            <a:off x="680400" y="5936040"/>
            <a:ext cx="612576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sldNum" idx="26"/>
          </p:nvPr>
        </p:nvSpPr>
        <p:spPr>
          <a:xfrm>
            <a:off x="10098360" y="5398560"/>
            <a:ext cx="1152360" cy="108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algn="l" pos="0"/>
              </a:tabLst>
              <a:defRPr b="0" lang="ru-RU" sz="3600" spc="-1" strike="noStrike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fld id="{D3295A87-0EE7-4D97-B022-12633BDEF959}" type="slidenum">
              <a:rPr b="0" lang="ru-RU" sz="3600" spc="-1" strike="noStrike">
                <a:solidFill>
                  <a:schemeClr val="dk1">
                    <a:tint val="75000"/>
                  </a:schemeClr>
                </a:solidFill>
                <a:latin typeface="Trebuchet MS"/>
              </a:rPr>
              <a:t>&lt;номер&gt;</a:t>
            </a:fld>
            <a:endParaRPr b="0" lang="ru-RU" sz="3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dt" idx="27"/>
          </p:nvPr>
        </p:nvSpPr>
        <p:spPr>
          <a:xfrm>
            <a:off x="6807600" y="5936040"/>
            <a:ext cx="274176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6" descr="hashOverlay-FullResolve.png"/>
          <p:cNvPicPr/>
          <p:nvPr/>
        </p:nvPicPr>
        <p:blipFill>
          <a:blip r:embed="rId2">
            <a:alphaModFix amt="10000"/>
          </a:blip>
          <a:stretch/>
        </p:blipFill>
        <p:spPr>
          <a:xfrm>
            <a:off x="0" y="0"/>
            <a:ext cx="12191400" cy="6856200"/>
          </a:xfrm>
          <a:prstGeom prst="rect">
            <a:avLst/>
          </a:prstGeom>
          <a:ln w="0">
            <a:noFill/>
          </a:ln>
        </p:spPr>
      </p:pic>
      <p:pic>
        <p:nvPicPr>
          <p:cNvPr id="76" name="Picture 14" descr="HD-ShadowLong.png"/>
          <p:cNvPicPr/>
          <p:nvPr/>
        </p:nvPicPr>
        <p:blipFill>
          <a:blip r:embed="rId3"/>
          <a:stretch/>
        </p:blipFill>
        <p:spPr>
          <a:xfrm>
            <a:off x="0" y="1970280"/>
            <a:ext cx="10437120" cy="319320"/>
          </a:xfrm>
          <a:prstGeom prst="rect">
            <a:avLst/>
          </a:prstGeom>
          <a:ln w="0">
            <a:noFill/>
          </a:ln>
        </p:spPr>
      </p:pic>
      <p:pic>
        <p:nvPicPr>
          <p:cNvPr id="77" name="Picture 15" descr="HD-ShadowShort.png"/>
          <p:cNvPicPr/>
          <p:nvPr/>
        </p:nvPicPr>
        <p:blipFill>
          <a:blip r:embed="rId4"/>
          <a:stretch/>
        </p:blipFill>
        <p:spPr>
          <a:xfrm>
            <a:off x="10586520" y="1971360"/>
            <a:ext cx="1601280" cy="142560"/>
          </a:xfrm>
          <a:prstGeom prst="rect">
            <a:avLst/>
          </a:prstGeom>
          <a:ln w="0">
            <a:noFill/>
          </a:ln>
        </p:spPr>
      </p:pic>
      <p:sp>
        <p:nvSpPr>
          <p:cNvPr id="78" name="Rectangle 16"/>
          <p:cNvSpPr/>
          <p:nvPr/>
        </p:nvSpPr>
        <p:spPr>
          <a:xfrm>
            <a:off x="0" y="609480"/>
            <a:ext cx="10437120" cy="136656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Rectangle 17"/>
          <p:cNvSpPr/>
          <p:nvPr/>
        </p:nvSpPr>
        <p:spPr>
          <a:xfrm>
            <a:off x="10586520" y="609480"/>
            <a:ext cx="1601280" cy="13665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609480" y="91080"/>
            <a:ext cx="10973160" cy="150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316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ftr" idx="28"/>
          </p:nvPr>
        </p:nvSpPr>
        <p:spPr>
          <a:xfrm>
            <a:off x="680400" y="5936040"/>
            <a:ext cx="68695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" name="PlaceHolder 4"/>
          <p:cNvSpPr>
            <a:spLocks noGrp="1"/>
          </p:cNvSpPr>
          <p:nvPr>
            <p:ph type="sldNum" idx="29"/>
          </p:nvPr>
        </p:nvSpPr>
        <p:spPr>
          <a:xfrm>
            <a:off x="10730160" y="753120"/>
            <a:ext cx="1152360" cy="108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ru-RU" sz="3600" spc="-1" strike="noStrike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fld id="{08F83CD9-2223-4EAD-8E66-C4BA6F15CDEA}" type="slidenum">
              <a:rPr b="0" lang="ru-RU" sz="3600" spc="-1" strike="noStrike">
                <a:solidFill>
                  <a:schemeClr val="dk1">
                    <a:tint val="75000"/>
                  </a:schemeClr>
                </a:solidFill>
                <a:latin typeface="Trebuchet MS"/>
              </a:rPr>
              <a:t>&lt;номер&gt;</a:t>
            </a:fld>
            <a:endParaRPr b="0" lang="ru-RU" sz="3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" name="PlaceHolder 5"/>
          <p:cNvSpPr>
            <a:spLocks noGrp="1"/>
          </p:cNvSpPr>
          <p:nvPr>
            <p:ph type="dt" idx="30"/>
          </p:nvPr>
        </p:nvSpPr>
        <p:spPr>
          <a:xfrm>
            <a:off x="7551360" y="5936040"/>
            <a:ext cx="274176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5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Picture 6" descr="hashOverlay-FullResolve.png"/>
          <p:cNvPicPr/>
          <p:nvPr/>
        </p:nvPicPr>
        <p:blipFill>
          <a:blip r:embed="rId2">
            <a:alphaModFix amt="10000"/>
          </a:blip>
          <a:stretch/>
        </p:blipFill>
        <p:spPr>
          <a:xfrm>
            <a:off x="0" y="0"/>
            <a:ext cx="12191400" cy="6856200"/>
          </a:xfrm>
          <a:prstGeom prst="rect">
            <a:avLst/>
          </a:prstGeom>
          <a:ln w="0">
            <a:noFill/>
          </a:ln>
        </p:spPr>
      </p:pic>
      <p:pic>
        <p:nvPicPr>
          <p:cNvPr id="88" name="Picture 6" descr="HD-ShadowLong.png"/>
          <p:cNvPicPr/>
          <p:nvPr/>
        </p:nvPicPr>
        <p:blipFill>
          <a:blip r:embed="rId3"/>
          <a:stretch/>
        </p:blipFill>
        <p:spPr>
          <a:xfrm>
            <a:off x="0" y="4087080"/>
            <a:ext cx="10437120" cy="319320"/>
          </a:xfrm>
          <a:prstGeom prst="rect">
            <a:avLst/>
          </a:prstGeom>
          <a:ln w="0">
            <a:noFill/>
          </a:ln>
        </p:spPr>
      </p:pic>
      <p:pic>
        <p:nvPicPr>
          <p:cNvPr id="89" name="Picture 7" descr="HD-ShadowShort.png"/>
          <p:cNvPicPr/>
          <p:nvPr/>
        </p:nvPicPr>
        <p:blipFill>
          <a:blip r:embed="rId4"/>
          <a:stretch/>
        </p:blipFill>
        <p:spPr>
          <a:xfrm>
            <a:off x="10586520" y="4087800"/>
            <a:ext cx="1601280" cy="142560"/>
          </a:xfrm>
          <a:prstGeom prst="rect">
            <a:avLst/>
          </a:prstGeom>
          <a:ln w="0">
            <a:noFill/>
          </a:ln>
        </p:spPr>
      </p:pic>
      <p:sp>
        <p:nvSpPr>
          <p:cNvPr id="90" name="Rectangle 8"/>
          <p:cNvSpPr/>
          <p:nvPr/>
        </p:nvSpPr>
        <p:spPr>
          <a:xfrm>
            <a:off x="0" y="2726280"/>
            <a:ext cx="10437120" cy="136656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Rectangle 9"/>
          <p:cNvSpPr/>
          <p:nvPr/>
        </p:nvSpPr>
        <p:spPr>
          <a:xfrm>
            <a:off x="10586520" y="2726280"/>
            <a:ext cx="1601280" cy="13665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PlaceHolder 1"/>
          <p:cNvSpPr>
            <a:spLocks noGrp="1"/>
          </p:cNvSpPr>
          <p:nvPr>
            <p:ph type="ftr" idx="31"/>
          </p:nvPr>
        </p:nvSpPr>
        <p:spPr>
          <a:xfrm>
            <a:off x="680400" y="5936040"/>
            <a:ext cx="68695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sldNum" idx="32"/>
          </p:nvPr>
        </p:nvSpPr>
        <p:spPr>
          <a:xfrm>
            <a:off x="10730160" y="2869920"/>
            <a:ext cx="1152360" cy="108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ru-RU" sz="3600" spc="-1" strike="noStrike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fld id="{43D6CD95-D883-4204-8578-9445C2033B0E}" type="slidenum">
              <a:rPr b="0" lang="ru-RU" sz="3600" spc="-1" strike="noStrike">
                <a:solidFill>
                  <a:schemeClr val="dk1">
                    <a:tint val="75000"/>
                  </a:schemeClr>
                </a:solidFill>
                <a:latin typeface="Trebuchet MS"/>
              </a:rPr>
              <a:t>&lt;номер&gt;</a:t>
            </a:fld>
            <a:endParaRPr b="0" lang="ru-RU" sz="3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dt" idx="33"/>
          </p:nvPr>
        </p:nvSpPr>
        <p:spPr>
          <a:xfrm>
            <a:off x="7551360" y="5936040"/>
            <a:ext cx="274176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5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Picture 6" descr="hashOverlay-FullResolve.png"/>
          <p:cNvPicPr/>
          <p:nvPr/>
        </p:nvPicPr>
        <p:blipFill>
          <a:blip r:embed="rId2">
            <a:alphaModFix amt="10000"/>
          </a:blip>
          <a:stretch/>
        </p:blipFill>
        <p:spPr>
          <a:xfrm>
            <a:off x="0" y="0"/>
            <a:ext cx="12191400" cy="6856200"/>
          </a:xfrm>
          <a:prstGeom prst="rect">
            <a:avLst/>
          </a:prstGeom>
          <a:ln w="0">
            <a:noFill/>
          </a:ln>
        </p:spPr>
      </p:pic>
      <p:pic>
        <p:nvPicPr>
          <p:cNvPr id="96" name="Picture 7" descr="HD-ShadowLong.png"/>
          <p:cNvPicPr/>
          <p:nvPr/>
        </p:nvPicPr>
        <p:blipFill>
          <a:blip r:embed="rId3"/>
          <a:stretch/>
        </p:blipFill>
        <p:spPr>
          <a:xfrm>
            <a:off x="0" y="1970280"/>
            <a:ext cx="10437120" cy="319320"/>
          </a:xfrm>
          <a:prstGeom prst="rect">
            <a:avLst/>
          </a:prstGeom>
          <a:ln w="0">
            <a:noFill/>
          </a:ln>
        </p:spPr>
      </p:pic>
      <p:pic>
        <p:nvPicPr>
          <p:cNvPr id="97" name="Picture 8" descr="HD-ShadowShort.png"/>
          <p:cNvPicPr/>
          <p:nvPr/>
        </p:nvPicPr>
        <p:blipFill>
          <a:blip r:embed="rId4"/>
          <a:stretch/>
        </p:blipFill>
        <p:spPr>
          <a:xfrm>
            <a:off x="10586520" y="1971360"/>
            <a:ext cx="1601280" cy="142560"/>
          </a:xfrm>
          <a:prstGeom prst="rect">
            <a:avLst/>
          </a:prstGeom>
          <a:ln w="0">
            <a:noFill/>
          </a:ln>
        </p:spPr>
      </p:pic>
      <p:sp>
        <p:nvSpPr>
          <p:cNvPr id="98" name="Rectangle 9"/>
          <p:cNvSpPr/>
          <p:nvPr/>
        </p:nvSpPr>
        <p:spPr>
          <a:xfrm>
            <a:off x="0" y="609480"/>
            <a:ext cx="10437120" cy="136656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Rectangle 10"/>
          <p:cNvSpPr/>
          <p:nvPr/>
        </p:nvSpPr>
        <p:spPr>
          <a:xfrm>
            <a:off x="10586520" y="609480"/>
            <a:ext cx="1601280" cy="13665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609480" y="91080"/>
            <a:ext cx="10973160" cy="150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64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6232680" y="1604520"/>
            <a:ext cx="535464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ftr" idx="34"/>
          </p:nvPr>
        </p:nvSpPr>
        <p:spPr>
          <a:xfrm>
            <a:off x="680400" y="5936040"/>
            <a:ext cx="68695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" name="PlaceHolder 5"/>
          <p:cNvSpPr>
            <a:spLocks noGrp="1"/>
          </p:cNvSpPr>
          <p:nvPr>
            <p:ph type="sldNum" idx="35"/>
          </p:nvPr>
        </p:nvSpPr>
        <p:spPr>
          <a:xfrm>
            <a:off x="10730160" y="753120"/>
            <a:ext cx="1152360" cy="108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ru-RU" sz="3600" spc="-1" strike="noStrike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fld id="{72D4C8FC-7932-45C3-ACA6-E8BF06C38DA3}" type="slidenum">
              <a:rPr b="0" lang="ru-RU" sz="3600" spc="-1" strike="noStrike">
                <a:solidFill>
                  <a:schemeClr val="dk1">
                    <a:tint val="75000"/>
                  </a:schemeClr>
                </a:solidFill>
                <a:latin typeface="Trebuchet MS"/>
              </a:rPr>
              <a:t>&lt;номер&gt;</a:t>
            </a:fld>
            <a:endParaRPr b="0" lang="ru-RU" sz="3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" name="PlaceHolder 6"/>
          <p:cNvSpPr>
            <a:spLocks noGrp="1"/>
          </p:cNvSpPr>
          <p:nvPr>
            <p:ph type="dt" idx="36"/>
          </p:nvPr>
        </p:nvSpPr>
        <p:spPr>
          <a:xfrm>
            <a:off x="7551360" y="5936040"/>
            <a:ext cx="274176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5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Picture 6" descr="hashOverlay-FullResolve.png"/>
          <p:cNvPicPr/>
          <p:nvPr/>
        </p:nvPicPr>
        <p:blipFill>
          <a:blip r:embed="rId2">
            <a:alphaModFix amt="10000"/>
          </a:blip>
          <a:stretch/>
        </p:blipFill>
        <p:spPr>
          <a:xfrm>
            <a:off x="0" y="0"/>
            <a:ext cx="12191400" cy="6856200"/>
          </a:xfrm>
          <a:prstGeom prst="rect">
            <a:avLst/>
          </a:prstGeom>
          <a:ln w="0">
            <a:noFill/>
          </a:ln>
        </p:spPr>
      </p:pic>
      <p:pic>
        <p:nvPicPr>
          <p:cNvPr id="110" name="Picture 9" descr="HD-ShadowLong.png"/>
          <p:cNvPicPr/>
          <p:nvPr/>
        </p:nvPicPr>
        <p:blipFill>
          <a:blip r:embed="rId3"/>
          <a:stretch/>
        </p:blipFill>
        <p:spPr>
          <a:xfrm>
            <a:off x="0" y="1970280"/>
            <a:ext cx="10437120" cy="319320"/>
          </a:xfrm>
          <a:prstGeom prst="rect">
            <a:avLst/>
          </a:prstGeom>
          <a:ln w="0">
            <a:noFill/>
          </a:ln>
        </p:spPr>
      </p:pic>
      <p:pic>
        <p:nvPicPr>
          <p:cNvPr id="111" name="Picture 10" descr="HD-ShadowShort.png"/>
          <p:cNvPicPr/>
          <p:nvPr/>
        </p:nvPicPr>
        <p:blipFill>
          <a:blip r:embed="rId4"/>
          <a:stretch/>
        </p:blipFill>
        <p:spPr>
          <a:xfrm>
            <a:off x="10586520" y="1971360"/>
            <a:ext cx="1601280" cy="142560"/>
          </a:xfrm>
          <a:prstGeom prst="rect">
            <a:avLst/>
          </a:prstGeom>
          <a:ln w="0">
            <a:noFill/>
          </a:ln>
        </p:spPr>
      </p:pic>
      <p:sp>
        <p:nvSpPr>
          <p:cNvPr id="112" name="Rectangle 11"/>
          <p:cNvSpPr/>
          <p:nvPr/>
        </p:nvSpPr>
        <p:spPr>
          <a:xfrm>
            <a:off x="0" y="609480"/>
            <a:ext cx="10437120" cy="136656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Rectangle 12"/>
          <p:cNvSpPr/>
          <p:nvPr/>
        </p:nvSpPr>
        <p:spPr>
          <a:xfrm>
            <a:off x="10586520" y="609480"/>
            <a:ext cx="1601280" cy="13665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PlaceHolder 1"/>
          <p:cNvSpPr>
            <a:spLocks noGrp="1"/>
          </p:cNvSpPr>
          <p:nvPr>
            <p:ph type="ftr" idx="37"/>
          </p:nvPr>
        </p:nvSpPr>
        <p:spPr>
          <a:xfrm>
            <a:off x="680400" y="5936040"/>
            <a:ext cx="68695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sldNum" idx="38"/>
          </p:nvPr>
        </p:nvSpPr>
        <p:spPr>
          <a:xfrm>
            <a:off x="10730160" y="753120"/>
            <a:ext cx="1152360" cy="108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ru-RU" sz="3600" spc="-1" strike="noStrike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fld id="{0942BDF4-053E-4E1E-8B7D-FE4B83E84515}" type="slidenum">
              <a:rPr b="0" lang="ru-RU" sz="3600" spc="-1" strike="noStrike">
                <a:solidFill>
                  <a:schemeClr val="dk1">
                    <a:tint val="75000"/>
                  </a:schemeClr>
                </a:solidFill>
                <a:latin typeface="Trebuchet MS"/>
              </a:rPr>
              <a:t>&lt;номер&gt;</a:t>
            </a:fld>
            <a:endParaRPr b="0" lang="ru-RU" sz="3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dt" idx="39"/>
          </p:nvPr>
        </p:nvSpPr>
        <p:spPr>
          <a:xfrm>
            <a:off x="7551360" y="5936040"/>
            <a:ext cx="274176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5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Picture 6" descr="hashOverlay-FullResolve.png"/>
          <p:cNvPicPr/>
          <p:nvPr/>
        </p:nvPicPr>
        <p:blipFill>
          <a:blip r:embed="rId2">
            <a:alphaModFix amt="10000"/>
          </a:blip>
          <a:stretch/>
        </p:blipFill>
        <p:spPr>
          <a:xfrm>
            <a:off x="0" y="0"/>
            <a:ext cx="12191400" cy="6856200"/>
          </a:xfrm>
          <a:prstGeom prst="rect">
            <a:avLst/>
          </a:prstGeom>
          <a:ln w="0">
            <a:noFill/>
          </a:ln>
        </p:spPr>
      </p:pic>
      <p:pic>
        <p:nvPicPr>
          <p:cNvPr id="118" name="Picture 5" descr="HD-ShadowLong.png"/>
          <p:cNvPicPr/>
          <p:nvPr/>
        </p:nvPicPr>
        <p:blipFill>
          <a:blip r:embed="rId3"/>
          <a:stretch/>
        </p:blipFill>
        <p:spPr>
          <a:xfrm>
            <a:off x="0" y="1970280"/>
            <a:ext cx="10437120" cy="319320"/>
          </a:xfrm>
          <a:prstGeom prst="rect">
            <a:avLst/>
          </a:prstGeom>
          <a:ln w="0">
            <a:noFill/>
          </a:ln>
        </p:spPr>
      </p:pic>
      <p:pic>
        <p:nvPicPr>
          <p:cNvPr id="119" name="Picture 6" descr="HD-ShadowShort.png"/>
          <p:cNvPicPr/>
          <p:nvPr/>
        </p:nvPicPr>
        <p:blipFill>
          <a:blip r:embed="rId4"/>
          <a:stretch/>
        </p:blipFill>
        <p:spPr>
          <a:xfrm>
            <a:off x="10586520" y="1971360"/>
            <a:ext cx="1601280" cy="142560"/>
          </a:xfrm>
          <a:prstGeom prst="rect">
            <a:avLst/>
          </a:prstGeom>
          <a:ln w="0">
            <a:noFill/>
          </a:ln>
        </p:spPr>
      </p:pic>
      <p:sp>
        <p:nvSpPr>
          <p:cNvPr id="120" name="Rectangle 7"/>
          <p:cNvSpPr/>
          <p:nvPr/>
        </p:nvSpPr>
        <p:spPr>
          <a:xfrm>
            <a:off x="0" y="609480"/>
            <a:ext cx="10437120" cy="136656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Rectangle 8"/>
          <p:cNvSpPr/>
          <p:nvPr/>
        </p:nvSpPr>
        <p:spPr>
          <a:xfrm>
            <a:off x="10586520" y="609480"/>
            <a:ext cx="1601280" cy="13665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609480" y="91080"/>
            <a:ext cx="10973160" cy="150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 type="ftr" idx="40"/>
          </p:nvPr>
        </p:nvSpPr>
        <p:spPr>
          <a:xfrm>
            <a:off x="680400" y="5936040"/>
            <a:ext cx="68695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sldNum" idx="41"/>
          </p:nvPr>
        </p:nvSpPr>
        <p:spPr>
          <a:xfrm>
            <a:off x="10730160" y="753120"/>
            <a:ext cx="1152360" cy="108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ru-RU" sz="3600" spc="-1" strike="noStrike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fld id="{8C798347-DE5F-4621-9B98-52237BA8A2F8}" type="slidenum">
              <a:rPr b="0" lang="ru-RU" sz="3600" spc="-1" strike="noStrike">
                <a:solidFill>
                  <a:schemeClr val="dk1">
                    <a:tint val="75000"/>
                  </a:schemeClr>
                </a:solidFill>
                <a:latin typeface="Trebuchet MS"/>
              </a:rPr>
              <a:t>&lt;номер&gt;</a:t>
            </a:fld>
            <a:endParaRPr b="0" lang="ru-RU" sz="3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" name="PlaceHolder 4"/>
          <p:cNvSpPr>
            <a:spLocks noGrp="1"/>
          </p:cNvSpPr>
          <p:nvPr>
            <p:ph type="dt" idx="42"/>
          </p:nvPr>
        </p:nvSpPr>
        <p:spPr>
          <a:xfrm>
            <a:off x="7551360" y="5936040"/>
            <a:ext cx="274176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5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Picture 6" descr="hashOverlay-FullResolve.png"/>
          <p:cNvPicPr/>
          <p:nvPr/>
        </p:nvPicPr>
        <p:blipFill>
          <a:blip r:embed="rId2">
            <a:alphaModFix amt="10000"/>
          </a:blip>
          <a:stretch/>
        </p:blipFill>
        <p:spPr>
          <a:xfrm>
            <a:off x="0" y="0"/>
            <a:ext cx="12191400" cy="6856200"/>
          </a:xfrm>
          <a:prstGeom prst="rect">
            <a:avLst/>
          </a:prstGeom>
          <a:ln w="0">
            <a:noFill/>
          </a:ln>
        </p:spPr>
      </p:pic>
      <p:pic>
        <p:nvPicPr>
          <p:cNvPr id="128" name="Picture 4" descr="HD-ShadowShort.png"/>
          <p:cNvPicPr/>
          <p:nvPr/>
        </p:nvPicPr>
        <p:blipFill>
          <a:blip r:embed="rId3"/>
          <a:stretch/>
        </p:blipFill>
        <p:spPr>
          <a:xfrm>
            <a:off x="10586520" y="1971360"/>
            <a:ext cx="1601280" cy="142560"/>
          </a:xfrm>
          <a:prstGeom prst="rect">
            <a:avLst/>
          </a:prstGeom>
          <a:ln w="0">
            <a:noFill/>
          </a:ln>
        </p:spPr>
      </p:pic>
      <p:sp>
        <p:nvSpPr>
          <p:cNvPr id="129" name="Rectangle 5"/>
          <p:cNvSpPr/>
          <p:nvPr/>
        </p:nvSpPr>
        <p:spPr>
          <a:xfrm>
            <a:off x="10586520" y="609480"/>
            <a:ext cx="1601280" cy="13665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PlaceHolder 1"/>
          <p:cNvSpPr>
            <a:spLocks noGrp="1"/>
          </p:cNvSpPr>
          <p:nvPr>
            <p:ph type="ftr" idx="43"/>
          </p:nvPr>
        </p:nvSpPr>
        <p:spPr>
          <a:xfrm>
            <a:off x="680400" y="5936040"/>
            <a:ext cx="68695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 type="sldNum" idx="44"/>
          </p:nvPr>
        </p:nvSpPr>
        <p:spPr>
          <a:xfrm>
            <a:off x="10730160" y="753120"/>
            <a:ext cx="1152360" cy="108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ru-RU" sz="3600" spc="-1" strike="noStrike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fld id="{A298C61F-8776-44EF-A8A0-016F120002BC}" type="slidenum">
              <a:rPr b="0" lang="ru-RU" sz="3600" spc="-1" strike="noStrike">
                <a:solidFill>
                  <a:schemeClr val="dk1">
                    <a:tint val="75000"/>
                  </a:schemeClr>
                </a:solidFill>
                <a:latin typeface="Trebuchet MS"/>
              </a:rPr>
              <a:t>&lt;номер&gt;</a:t>
            </a:fld>
            <a:endParaRPr b="0" lang="ru-RU" sz="3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 type="dt" idx="45"/>
          </p:nvPr>
        </p:nvSpPr>
        <p:spPr>
          <a:xfrm>
            <a:off x="7551360" y="5936040"/>
            <a:ext cx="274176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4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Picture 6" descr="hashOverlay-FullResolve.png"/>
          <p:cNvPicPr/>
          <p:nvPr/>
        </p:nvPicPr>
        <p:blipFill>
          <a:blip r:embed="rId2">
            <a:alphaModFix amt="10000"/>
          </a:blip>
          <a:stretch/>
        </p:blipFill>
        <p:spPr>
          <a:xfrm>
            <a:off x="0" y="0"/>
            <a:ext cx="12191400" cy="6856200"/>
          </a:xfrm>
          <a:prstGeom prst="rect">
            <a:avLst/>
          </a:prstGeom>
          <a:ln w="0">
            <a:noFill/>
          </a:ln>
        </p:spPr>
      </p:pic>
      <p:pic>
        <p:nvPicPr>
          <p:cNvPr id="134" name="Picture 7" descr="HD-ShadowLong.png"/>
          <p:cNvPicPr/>
          <p:nvPr/>
        </p:nvPicPr>
        <p:blipFill>
          <a:blip r:embed="rId3"/>
          <a:stretch/>
        </p:blipFill>
        <p:spPr>
          <a:xfrm>
            <a:off x="0" y="1970280"/>
            <a:ext cx="10437120" cy="319320"/>
          </a:xfrm>
          <a:prstGeom prst="rect">
            <a:avLst/>
          </a:prstGeom>
          <a:ln w="0">
            <a:noFill/>
          </a:ln>
        </p:spPr>
      </p:pic>
      <p:pic>
        <p:nvPicPr>
          <p:cNvPr id="135" name="Picture 8" descr="HD-ShadowShort.png"/>
          <p:cNvPicPr/>
          <p:nvPr/>
        </p:nvPicPr>
        <p:blipFill>
          <a:blip r:embed="rId4"/>
          <a:stretch/>
        </p:blipFill>
        <p:spPr>
          <a:xfrm>
            <a:off x="10586520" y="1971360"/>
            <a:ext cx="1601280" cy="142560"/>
          </a:xfrm>
          <a:prstGeom prst="rect">
            <a:avLst/>
          </a:prstGeom>
          <a:ln w="0">
            <a:noFill/>
          </a:ln>
        </p:spPr>
      </p:pic>
      <p:sp>
        <p:nvSpPr>
          <p:cNvPr id="136" name="Rectangle 9"/>
          <p:cNvSpPr/>
          <p:nvPr/>
        </p:nvSpPr>
        <p:spPr>
          <a:xfrm>
            <a:off x="0" y="609480"/>
            <a:ext cx="10437120" cy="136656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Rectangle 10"/>
          <p:cNvSpPr/>
          <p:nvPr/>
        </p:nvSpPr>
        <p:spPr>
          <a:xfrm>
            <a:off x="10586520" y="609480"/>
            <a:ext cx="1601280" cy="13665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PlaceHolder 1"/>
          <p:cNvSpPr>
            <a:spLocks noGrp="1"/>
          </p:cNvSpPr>
          <p:nvPr>
            <p:ph type="ftr" idx="46"/>
          </p:nvPr>
        </p:nvSpPr>
        <p:spPr>
          <a:xfrm>
            <a:off x="680400" y="5936040"/>
            <a:ext cx="68695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 type="sldNum" idx="47"/>
          </p:nvPr>
        </p:nvSpPr>
        <p:spPr>
          <a:xfrm>
            <a:off x="10730160" y="753120"/>
            <a:ext cx="1152360" cy="108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ru-RU" sz="3600" spc="-1" strike="noStrike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fld id="{D6ED0795-DF3B-4BCE-9653-763766C361FD}" type="slidenum">
              <a:rPr b="0" lang="ru-RU" sz="3600" spc="-1" strike="noStrike">
                <a:solidFill>
                  <a:schemeClr val="dk1">
                    <a:tint val="75000"/>
                  </a:schemeClr>
                </a:solidFill>
                <a:latin typeface="Trebuchet MS"/>
              </a:rPr>
              <a:t>&lt;номер&gt;</a:t>
            </a:fld>
            <a:endParaRPr b="0" lang="ru-RU" sz="3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dt" idx="48"/>
          </p:nvPr>
        </p:nvSpPr>
        <p:spPr>
          <a:xfrm>
            <a:off x="7551360" y="5936040"/>
            <a:ext cx="274176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5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Picture 6" descr="hashOverlay-FullResolve.png"/>
          <p:cNvPicPr/>
          <p:nvPr/>
        </p:nvPicPr>
        <p:blipFill>
          <a:blip r:embed="rId2">
            <a:alphaModFix amt="10000"/>
          </a:blip>
          <a:stretch/>
        </p:blipFill>
        <p:spPr>
          <a:xfrm>
            <a:off x="0" y="0"/>
            <a:ext cx="12191400" cy="6856200"/>
          </a:xfrm>
          <a:prstGeom prst="rect">
            <a:avLst/>
          </a:prstGeom>
          <a:ln w="0">
            <a:noFill/>
          </a:ln>
        </p:spPr>
      </p:pic>
      <p:pic>
        <p:nvPicPr>
          <p:cNvPr id="142" name="Picture 7" descr="HD-ShadowLong.png"/>
          <p:cNvPicPr/>
          <p:nvPr/>
        </p:nvPicPr>
        <p:blipFill>
          <a:blip r:embed="rId3"/>
          <a:stretch/>
        </p:blipFill>
        <p:spPr>
          <a:xfrm>
            <a:off x="0" y="1970280"/>
            <a:ext cx="10437120" cy="319320"/>
          </a:xfrm>
          <a:prstGeom prst="rect">
            <a:avLst/>
          </a:prstGeom>
          <a:ln w="0">
            <a:noFill/>
          </a:ln>
        </p:spPr>
      </p:pic>
      <p:pic>
        <p:nvPicPr>
          <p:cNvPr id="143" name="Picture 8" descr="HD-ShadowShort.png"/>
          <p:cNvPicPr/>
          <p:nvPr/>
        </p:nvPicPr>
        <p:blipFill>
          <a:blip r:embed="rId4"/>
          <a:stretch/>
        </p:blipFill>
        <p:spPr>
          <a:xfrm>
            <a:off x="10586520" y="1971360"/>
            <a:ext cx="1601280" cy="142560"/>
          </a:xfrm>
          <a:prstGeom prst="rect">
            <a:avLst/>
          </a:prstGeom>
          <a:ln w="0">
            <a:noFill/>
          </a:ln>
        </p:spPr>
      </p:pic>
      <p:sp>
        <p:nvSpPr>
          <p:cNvPr id="144" name="Rectangle 9"/>
          <p:cNvSpPr/>
          <p:nvPr/>
        </p:nvSpPr>
        <p:spPr>
          <a:xfrm>
            <a:off x="0" y="609480"/>
            <a:ext cx="10437120" cy="136656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Rectangle 10"/>
          <p:cNvSpPr/>
          <p:nvPr/>
        </p:nvSpPr>
        <p:spPr>
          <a:xfrm>
            <a:off x="10586520" y="609480"/>
            <a:ext cx="1601280" cy="13665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PlaceHolder 1"/>
          <p:cNvSpPr>
            <a:spLocks noGrp="1"/>
          </p:cNvSpPr>
          <p:nvPr>
            <p:ph type="ftr" idx="49"/>
          </p:nvPr>
        </p:nvSpPr>
        <p:spPr>
          <a:xfrm>
            <a:off x="680400" y="5936040"/>
            <a:ext cx="68695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 type="sldNum" idx="50"/>
          </p:nvPr>
        </p:nvSpPr>
        <p:spPr>
          <a:xfrm>
            <a:off x="10730160" y="753120"/>
            <a:ext cx="1152360" cy="108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ru-RU" sz="3600" spc="-1" strike="noStrike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fld id="{B5EDA810-7AEA-4B51-BAC8-E0A06BC22408}" type="slidenum">
              <a:rPr b="0" lang="ru-RU" sz="3600" spc="-1" strike="noStrike">
                <a:solidFill>
                  <a:schemeClr val="dk1">
                    <a:tint val="75000"/>
                  </a:schemeClr>
                </a:solidFill>
                <a:latin typeface="Trebuchet MS"/>
              </a:rPr>
              <a:t>&lt;номер&gt;</a:t>
            </a:fld>
            <a:endParaRPr b="0" lang="ru-RU" sz="3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dt" idx="51"/>
          </p:nvPr>
        </p:nvSpPr>
        <p:spPr>
          <a:xfrm>
            <a:off x="7551360" y="5936040"/>
            <a:ext cx="274176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5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Picture 6" descr="hashOverlay-FullResolve.png"/>
          <p:cNvPicPr/>
          <p:nvPr/>
        </p:nvPicPr>
        <p:blipFill>
          <a:blip r:embed="rId2">
            <a:alphaModFix amt="10000"/>
          </a:blip>
          <a:stretch/>
        </p:blipFill>
        <p:spPr>
          <a:xfrm>
            <a:off x="0" y="0"/>
            <a:ext cx="12191400" cy="6856200"/>
          </a:xfrm>
          <a:prstGeom prst="rect">
            <a:avLst/>
          </a:prstGeom>
          <a:ln w="0">
            <a:noFill/>
          </a:ln>
        </p:spPr>
      </p:pic>
      <p:pic>
        <p:nvPicPr>
          <p:cNvPr id="150" name="Picture 14" descr="HD-ShadowLong.png"/>
          <p:cNvPicPr/>
          <p:nvPr/>
        </p:nvPicPr>
        <p:blipFill>
          <a:blip r:embed="rId3"/>
          <a:stretch/>
        </p:blipFill>
        <p:spPr>
          <a:xfrm>
            <a:off x="0" y="1970280"/>
            <a:ext cx="10437120" cy="319320"/>
          </a:xfrm>
          <a:prstGeom prst="rect">
            <a:avLst/>
          </a:prstGeom>
          <a:ln w="0">
            <a:noFill/>
          </a:ln>
        </p:spPr>
      </p:pic>
      <p:pic>
        <p:nvPicPr>
          <p:cNvPr id="151" name="Picture 15" descr="HD-ShadowShort.png"/>
          <p:cNvPicPr/>
          <p:nvPr/>
        </p:nvPicPr>
        <p:blipFill>
          <a:blip r:embed="rId4"/>
          <a:stretch/>
        </p:blipFill>
        <p:spPr>
          <a:xfrm>
            <a:off x="10586520" y="1971360"/>
            <a:ext cx="1601280" cy="142560"/>
          </a:xfrm>
          <a:prstGeom prst="rect">
            <a:avLst/>
          </a:prstGeom>
          <a:ln w="0">
            <a:noFill/>
          </a:ln>
        </p:spPr>
      </p:pic>
      <p:sp>
        <p:nvSpPr>
          <p:cNvPr id="152" name="Rectangle 16"/>
          <p:cNvSpPr/>
          <p:nvPr/>
        </p:nvSpPr>
        <p:spPr>
          <a:xfrm>
            <a:off x="0" y="609480"/>
            <a:ext cx="10437120" cy="136656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Rectangle 17"/>
          <p:cNvSpPr/>
          <p:nvPr/>
        </p:nvSpPr>
        <p:spPr>
          <a:xfrm>
            <a:off x="10586520" y="609480"/>
            <a:ext cx="1601280" cy="13665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609480" y="91080"/>
            <a:ext cx="10973160" cy="150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316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ftr" idx="52"/>
          </p:nvPr>
        </p:nvSpPr>
        <p:spPr>
          <a:xfrm>
            <a:off x="680400" y="5936040"/>
            <a:ext cx="68695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7" name="PlaceHolder 4"/>
          <p:cNvSpPr>
            <a:spLocks noGrp="1"/>
          </p:cNvSpPr>
          <p:nvPr>
            <p:ph type="sldNum" idx="53"/>
          </p:nvPr>
        </p:nvSpPr>
        <p:spPr>
          <a:xfrm>
            <a:off x="10730160" y="753120"/>
            <a:ext cx="1152360" cy="108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ru-RU" sz="3600" spc="-1" strike="noStrike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fld id="{5B6A4FB8-8FE3-4748-A981-B9F4D0ACEC97}" type="slidenum">
              <a:rPr b="0" lang="ru-RU" sz="3600" spc="-1" strike="noStrike">
                <a:solidFill>
                  <a:schemeClr val="dk1">
                    <a:tint val="75000"/>
                  </a:schemeClr>
                </a:solidFill>
                <a:latin typeface="Trebuchet MS"/>
              </a:rPr>
              <a:t>&lt;номер&gt;</a:t>
            </a:fld>
            <a:endParaRPr b="0" lang="ru-RU" sz="3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8" name="PlaceHolder 5"/>
          <p:cNvSpPr>
            <a:spLocks noGrp="1"/>
          </p:cNvSpPr>
          <p:nvPr>
            <p:ph type="dt" idx="54"/>
          </p:nvPr>
        </p:nvSpPr>
        <p:spPr>
          <a:xfrm>
            <a:off x="7551360" y="5936040"/>
            <a:ext cx="274176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5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609480" y="91080"/>
            <a:ext cx="10973160" cy="150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316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ftr" idx="55"/>
          </p:nvPr>
        </p:nvSpPr>
        <p:spPr>
          <a:xfrm>
            <a:off x="4169880" y="6247440"/>
            <a:ext cx="3864240" cy="471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4" name="PlaceHolder 4"/>
          <p:cNvSpPr>
            <a:spLocks noGrp="1"/>
          </p:cNvSpPr>
          <p:nvPr>
            <p:ph type="sldNum" idx="56"/>
          </p:nvPr>
        </p:nvSpPr>
        <p:spPr>
          <a:xfrm>
            <a:off x="8742600" y="6247440"/>
            <a:ext cx="2840040" cy="471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044C1BB-A8E3-436A-BEBF-9710476ADB76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" name="PlaceHolder 5"/>
          <p:cNvSpPr>
            <a:spLocks noGrp="1"/>
          </p:cNvSpPr>
          <p:nvPr>
            <p:ph type="dt" idx="57"/>
          </p:nvPr>
        </p:nvSpPr>
        <p:spPr>
          <a:xfrm>
            <a:off x="609480" y="6247440"/>
            <a:ext cx="2840040" cy="471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609480" y="91080"/>
            <a:ext cx="10973160" cy="150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 type="ftr" idx="58"/>
          </p:nvPr>
        </p:nvSpPr>
        <p:spPr>
          <a:xfrm>
            <a:off x="4169880" y="6247440"/>
            <a:ext cx="3864240" cy="471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sldNum" idx="59"/>
          </p:nvPr>
        </p:nvSpPr>
        <p:spPr>
          <a:xfrm>
            <a:off x="8742600" y="6247440"/>
            <a:ext cx="2840040" cy="471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5FEF904-2A27-4C49-9496-2120A57F1887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1" name="PlaceHolder 4"/>
          <p:cNvSpPr>
            <a:spLocks noGrp="1"/>
          </p:cNvSpPr>
          <p:nvPr>
            <p:ph type="dt" idx="60"/>
          </p:nvPr>
        </p:nvSpPr>
        <p:spPr>
          <a:xfrm>
            <a:off x="609480" y="6247440"/>
            <a:ext cx="2840040" cy="471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0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1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1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slideLayout" Target="../slideLayouts/slideLayout1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slideLayout" Target="../slideLayouts/slideLayout1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360000" y="2594880"/>
            <a:ext cx="11699280" cy="137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400" spc="-1" strike="noStrike">
                <a:solidFill>
                  <a:schemeClr val="dk1"/>
                </a:solidFill>
                <a:latin typeface="Times New Roman"/>
              </a:rPr>
              <a:t>«Разработка программы для визуализации оптического</a:t>
            </a:r>
            <a:br>
              <a:rPr sz="3400"/>
            </a:br>
            <a:r>
              <a:rPr b="0" lang="en-US" sz="3400" spc="-1" strike="noStrike">
                <a:solidFill>
                  <a:schemeClr val="dk1"/>
                </a:solidFill>
                <a:latin typeface="Times New Roman"/>
              </a:rPr>
              <a:t>преломления через линзы, заданные</a:t>
            </a:r>
            <a:br>
              <a:rPr sz="3400"/>
            </a:br>
            <a:r>
              <a:rPr b="0" lang="en-US" sz="3400" spc="-1" strike="noStrike">
                <a:solidFill>
                  <a:schemeClr val="dk1"/>
                </a:solidFill>
                <a:latin typeface="Times New Roman"/>
              </a:rPr>
              <a:t>математическими уравнениями»</a:t>
            </a:r>
            <a:endParaRPr b="0" lang="ru-RU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 type="subTitle"/>
          </p:nvPr>
        </p:nvSpPr>
        <p:spPr>
          <a:xfrm>
            <a:off x="136440" y="4860000"/>
            <a:ext cx="8143200" cy="111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3333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000" spc="-1" strike="noStrike">
                <a:solidFill>
                  <a:schemeClr val="dk1"/>
                </a:solidFill>
                <a:latin typeface="Times New Roman"/>
              </a:rPr>
              <a:t>Студент: Городский Юрий Николаевич 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000" spc="-1" strike="noStrike">
                <a:solidFill>
                  <a:schemeClr val="dk1"/>
                </a:solidFill>
                <a:latin typeface="Times New Roman"/>
              </a:rPr>
              <a:t>Группа:   ИУ7-52Б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000" spc="-1" strike="noStrike">
                <a:solidFill>
                  <a:schemeClr val="dk1"/>
                </a:solidFill>
                <a:latin typeface="Times New Roman"/>
              </a:rPr>
              <a:t>Научный руководитель: Кузнецова Ольга Владимировна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Box 3"/>
          <p:cNvSpPr/>
          <p:nvPr/>
        </p:nvSpPr>
        <p:spPr>
          <a:xfrm>
            <a:off x="1384200" y="251640"/>
            <a:ext cx="9422640" cy="14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Times New Roman"/>
                <a:ea typeface="DejaVu Sans"/>
              </a:rPr>
              <a:t>Министерство науки и высшего образования Российской Федерации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Times New Roman"/>
                <a:ea typeface="DejaVu Sans"/>
              </a:rPr>
              <a:t>Федеральное государственное бюджетное образовательное учреждение высшего образования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Times New Roman"/>
                <a:ea typeface="DejaVu Sans"/>
              </a:rPr>
              <a:t>«Московский государственный технический университет имени Н. Э. Баумана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Times New Roman"/>
                <a:ea typeface="DejaVu Sans"/>
              </a:rPr>
              <a:t>(национальный исследовательский университет)»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Times New Roman"/>
                <a:ea typeface="DejaVu Sans"/>
              </a:rPr>
              <a:t>(МГТУ им. Н. Э. Баумана)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8" name="Picture 2" descr=""/>
          <p:cNvPicPr/>
          <p:nvPr/>
        </p:nvPicPr>
        <p:blipFill>
          <a:blip r:embed="rId1"/>
          <a:stretch/>
        </p:blipFill>
        <p:spPr>
          <a:xfrm>
            <a:off x="493920" y="251640"/>
            <a:ext cx="848880" cy="1000080"/>
          </a:xfrm>
          <a:prstGeom prst="rect">
            <a:avLst/>
          </a:prstGeom>
          <a:ln w="0">
            <a:noFill/>
          </a:ln>
        </p:spPr>
      </p:pic>
      <p:sp>
        <p:nvSpPr>
          <p:cNvPr id="179" name=""/>
          <p:cNvSpPr/>
          <p:nvPr/>
        </p:nvSpPr>
        <p:spPr>
          <a:xfrm>
            <a:off x="5760000" y="6194880"/>
            <a:ext cx="719640" cy="37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2000" spc="-1" strike="noStrike">
                <a:solidFill>
                  <a:schemeClr val="dk1"/>
                </a:solidFill>
                <a:latin typeface="Times New Roman"/>
              </a:rPr>
              <a:t>2024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680400" y="753120"/>
            <a:ext cx="9612720" cy="107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3400" spc="-1" strike="noStrike">
                <a:solidFill>
                  <a:schemeClr val="dk1"/>
                </a:solidFill>
                <a:latin typeface="Times New Roman"/>
              </a:rPr>
              <a:t>Цель и задачи </a:t>
            </a:r>
            <a:endParaRPr b="0" lang="ru-RU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/>
          </p:nvPr>
        </p:nvSpPr>
        <p:spPr>
          <a:xfrm>
            <a:off x="680400" y="1980000"/>
            <a:ext cx="11268000" cy="4195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just" defTabSz="91440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1" lang="ru-RU" sz="1800" spc="-1" strike="noStrike">
                <a:solidFill>
                  <a:schemeClr val="dk1"/>
                </a:solidFill>
                <a:latin typeface="Times New Roman"/>
              </a:rPr>
              <a:t>Целью</a:t>
            </a:r>
            <a:r>
              <a:rPr b="1" lang="en-US" sz="1800" spc="-1" strike="noStrike">
                <a:solidFill>
                  <a:schemeClr val="dk1"/>
                </a:solidFill>
                <a:latin typeface="Times New Roman"/>
              </a:rPr>
              <a:t> </a:t>
            </a:r>
            <a:r>
              <a:rPr b="0" lang="ru-RU" sz="1800" spc="-1" strike="noStrike">
                <a:solidFill>
                  <a:schemeClr val="dk1"/>
                </a:solidFill>
                <a:latin typeface="Times New Roman"/>
              </a:rPr>
              <a:t>курсовой работы является разработка программы для визуализации процесса преломления света через аналитически заданные линзы.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1800" spc="-1" strike="noStrike">
                <a:solidFill>
                  <a:schemeClr val="dk1"/>
                </a:solidFill>
                <a:latin typeface="Times New Roman"/>
              </a:rPr>
              <a:t>Задачи: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algn="just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1800" spc="-1" strike="noStrike">
                <a:solidFill>
                  <a:schemeClr val="dk1"/>
                </a:solidFill>
                <a:latin typeface="Times New Roman"/>
              </a:rPr>
              <a:t>изучение явления преломления света и законов оптики с физической точки зрения;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algn="just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1800" spc="-1" strike="noStrike">
                <a:solidFill>
                  <a:schemeClr val="dk1"/>
                </a:solidFill>
                <a:latin typeface="Times New Roman"/>
              </a:rPr>
              <a:t>анализ существующих алгоритмов визуализации оптических эффектов;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algn="just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Times New Roman"/>
              </a:rPr>
              <a:t>выбор алгоритма для решения поставленной задачи;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algn="just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Times New Roman"/>
              </a:rPr>
              <a:t>проектирование архитектуры программы и графического интерфейса;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algn="just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1800" spc="-1" strike="noStrike">
                <a:solidFill>
                  <a:schemeClr val="dk1"/>
                </a:solidFill>
                <a:latin typeface="Times New Roman"/>
              </a:rPr>
              <a:t>реализация структур данных и алгоритмов;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algn="just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1800" spc="-1" strike="noStrike">
                <a:solidFill>
                  <a:schemeClr val="dk1"/>
                </a:solidFill>
                <a:latin typeface="Times New Roman"/>
                <a:ea typeface="Courier New"/>
              </a:rPr>
              <a:t>описание структуры программного обеспечения;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algn="just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1800" spc="-1" strike="noStrike">
                <a:solidFill>
                  <a:schemeClr val="dk1"/>
                </a:solidFill>
                <a:latin typeface="Times New Roman"/>
                <a:ea typeface="Courier New"/>
              </a:rPr>
              <a:t>реализация программы;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algn="just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1800" spc="-1" strike="noStrike">
                <a:solidFill>
                  <a:schemeClr val="dk1"/>
                </a:solidFill>
                <a:latin typeface="Times New Roman"/>
                <a:ea typeface="Courier New"/>
              </a:rPr>
              <a:t>исследование производительности программы.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"/>
          <p:cNvSpPr/>
          <p:nvPr/>
        </p:nvSpPr>
        <p:spPr>
          <a:xfrm>
            <a:off x="11520000" y="6300360"/>
            <a:ext cx="335880" cy="37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2000" spc="-1" strike="noStrike">
                <a:solidFill>
                  <a:schemeClr val="dk1"/>
                </a:solidFill>
                <a:latin typeface="Times New Roman"/>
              </a:rPr>
              <a:t>2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680400" y="753120"/>
            <a:ext cx="9612720" cy="107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3400" spc="-1" strike="noStrike">
                <a:solidFill>
                  <a:schemeClr val="dk1"/>
                </a:solidFill>
                <a:latin typeface="Times New Roman"/>
              </a:rPr>
              <a:t>Физическая модель преломления света</a:t>
            </a:r>
            <a:endParaRPr b="0" lang="ru-RU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/>
          </p:nvPr>
        </p:nvSpPr>
        <p:spPr>
          <a:xfrm>
            <a:off x="680400" y="2117520"/>
            <a:ext cx="3766680" cy="307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200" spc="-1" strike="noStrike">
                <a:solidFill>
                  <a:schemeClr val="dk1"/>
                </a:solidFill>
                <a:latin typeface="Times New Roman"/>
              </a:rPr>
              <a:t> 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200" spc="-1" strike="noStrike">
                <a:solidFill>
                  <a:schemeClr val="dk1"/>
                </a:solidFill>
                <a:latin typeface="Times New Roman"/>
              </a:rPr>
              <a:t>Исходный луч — k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200" spc="-1" strike="noStrike">
                <a:solidFill>
                  <a:schemeClr val="dk1"/>
                </a:solidFill>
                <a:latin typeface="Times New Roman"/>
                <a:ea typeface="Noto Sans CJK SC"/>
              </a:rPr>
              <a:t>Отраженный луч — k′</a:t>
            </a:r>
            <a:br>
              <a:rPr sz="2200"/>
            </a:br>
            <a:r>
              <a:rPr b="0" lang="ru-RU" sz="2200" spc="-1" strike="noStrike">
                <a:solidFill>
                  <a:schemeClr val="dk1"/>
                </a:solidFill>
                <a:latin typeface="Times New Roman"/>
                <a:ea typeface="Noto Sans CJK SC"/>
              </a:rPr>
              <a:t>Преломленный луч — k′′</a:t>
            </a:r>
            <a:br>
              <a:rPr sz="2200"/>
            </a:b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Объект 2"/>
          <p:cNvSpPr/>
          <p:nvPr/>
        </p:nvSpPr>
        <p:spPr>
          <a:xfrm>
            <a:off x="529560" y="5616360"/>
            <a:ext cx="11484000" cy="97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ru-RU" sz="2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186" name="" descr=""/>
          <p:cNvPicPr/>
          <p:nvPr/>
        </p:nvPicPr>
        <p:blipFill>
          <a:blip r:embed="rId1"/>
          <a:stretch/>
        </p:blipFill>
        <p:spPr>
          <a:xfrm>
            <a:off x="5940000" y="2880000"/>
            <a:ext cx="3598560" cy="2916360"/>
          </a:xfrm>
          <a:prstGeom prst="rect">
            <a:avLst/>
          </a:prstGeom>
          <a:ln w="0">
            <a:noFill/>
          </a:ln>
        </p:spPr>
      </p:pic>
      <p:pic>
        <p:nvPicPr>
          <p:cNvPr id="187" name="" descr=""/>
          <p:cNvPicPr/>
          <p:nvPr/>
        </p:nvPicPr>
        <p:blipFill>
          <a:blip r:embed="rId2"/>
          <a:stretch/>
        </p:blipFill>
        <p:spPr>
          <a:xfrm>
            <a:off x="720000" y="3877920"/>
            <a:ext cx="2918520" cy="981000"/>
          </a:xfrm>
          <a:prstGeom prst="rect">
            <a:avLst/>
          </a:prstGeom>
          <a:ln w="0">
            <a:noFill/>
          </a:ln>
        </p:spPr>
      </p:pic>
      <p:sp>
        <p:nvSpPr>
          <p:cNvPr id="188" name=""/>
          <p:cNvSpPr/>
          <p:nvPr/>
        </p:nvSpPr>
        <p:spPr>
          <a:xfrm>
            <a:off x="11520000" y="6300360"/>
            <a:ext cx="335880" cy="37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2000" spc="-1" strike="noStrike">
                <a:solidFill>
                  <a:schemeClr val="dk1"/>
                </a:solidFill>
                <a:latin typeface="Times New Roman"/>
              </a:rPr>
              <a:t>3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680400" y="753120"/>
            <a:ext cx="9612720" cy="107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3400" spc="-1" strike="noStrike">
                <a:solidFill>
                  <a:schemeClr val="dk1"/>
                </a:solidFill>
                <a:latin typeface="Times New Roman"/>
              </a:rPr>
              <a:t>Модель глобального освещения</a:t>
            </a:r>
            <a:endParaRPr b="0" lang="ru-RU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/>
          </p:nvPr>
        </p:nvSpPr>
        <p:spPr>
          <a:xfrm>
            <a:off x="680400" y="2117520"/>
            <a:ext cx="3766680" cy="307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200" spc="-1" strike="noStrike">
                <a:solidFill>
                  <a:schemeClr val="dk1"/>
                </a:solidFill>
                <a:latin typeface="Times New Roman"/>
              </a:rPr>
              <a:t>Учитывает взаимное расположение объектов. </a:t>
            </a:r>
            <a:br>
              <a:rPr sz="2200"/>
            </a:br>
            <a:br>
              <a:rPr sz="2200"/>
            </a:br>
            <a:r>
              <a:rPr b="0" lang="ru-RU" sz="2200" spc="-1" strike="noStrike">
                <a:solidFill>
                  <a:schemeClr val="dk1"/>
                </a:solidFill>
                <a:latin typeface="Times New Roman"/>
              </a:rPr>
              <a:t>Составляющие: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200" spc="-1" strike="noStrike">
                <a:solidFill>
                  <a:schemeClr val="dk1"/>
                </a:solidFill>
                <a:latin typeface="Times New Roman"/>
              </a:rPr>
              <a:t>1) a – фоновая (ambient);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200" spc="-1" strike="noStrike">
                <a:solidFill>
                  <a:schemeClr val="dk1"/>
                </a:solidFill>
                <a:latin typeface="Times New Roman"/>
              </a:rPr>
              <a:t>2) s – зеркальная (specular);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200" spc="-1" strike="noStrike">
                <a:solidFill>
                  <a:schemeClr val="dk1"/>
                </a:solidFill>
                <a:latin typeface="Times New Roman"/>
              </a:rPr>
              <a:t>3) r – преломлённая (refract).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Объект 3"/>
          <p:cNvSpPr/>
          <p:nvPr/>
        </p:nvSpPr>
        <p:spPr>
          <a:xfrm>
            <a:off x="529560" y="5616360"/>
            <a:ext cx="11484000" cy="97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2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192" name="" descr=""/>
          <p:cNvPicPr/>
          <p:nvPr/>
        </p:nvPicPr>
        <p:blipFill>
          <a:blip r:embed="rId1"/>
          <a:stretch/>
        </p:blipFill>
        <p:spPr>
          <a:xfrm>
            <a:off x="5220000" y="2333160"/>
            <a:ext cx="4636800" cy="3965760"/>
          </a:xfrm>
          <a:prstGeom prst="rect">
            <a:avLst/>
          </a:prstGeom>
          <a:ln w="0">
            <a:noFill/>
          </a:ln>
        </p:spPr>
      </p:pic>
      <p:sp>
        <p:nvSpPr>
          <p:cNvPr id="193" name=""/>
          <p:cNvSpPr/>
          <p:nvPr/>
        </p:nvSpPr>
        <p:spPr>
          <a:xfrm>
            <a:off x="11520000" y="6300360"/>
            <a:ext cx="335880" cy="37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2000" spc="-1" strike="noStrike">
                <a:solidFill>
                  <a:schemeClr val="dk1"/>
                </a:solidFill>
                <a:latin typeface="Times New Roman"/>
              </a:rPr>
              <a:t>4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0" y="753120"/>
            <a:ext cx="9612720" cy="107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3400" spc="-1" strike="noStrike">
                <a:solidFill>
                  <a:schemeClr val="dk1"/>
                </a:solidFill>
                <a:latin typeface="Times New Roman"/>
              </a:rPr>
              <a:t>Анализ и выбор алгоритмов</a:t>
            </a:r>
            <a:endParaRPr b="0" lang="ru-RU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/>
          </p:nvPr>
        </p:nvSpPr>
        <p:spPr>
          <a:xfrm>
            <a:off x="-73800" y="1980000"/>
            <a:ext cx="5833440" cy="251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200" spc="-1" strike="noStrike">
                <a:solidFill>
                  <a:schemeClr val="dk1"/>
                </a:solidFill>
                <a:latin typeface="Times New Roman"/>
              </a:rPr>
              <a:t>Алгоритмы удаления невидимых </a:t>
            </a:r>
            <a:br>
              <a:rPr sz="2200"/>
            </a:br>
            <a:r>
              <a:rPr b="1" lang="ru-RU" sz="2200" spc="-1" strike="noStrike">
                <a:solidFill>
                  <a:schemeClr val="dk1"/>
                </a:solidFill>
                <a:latin typeface="Times New Roman"/>
              </a:rPr>
              <a:t>ребер и поверхностей: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ru-RU" sz="2200" spc="-1" strike="noStrike">
                <a:solidFill>
                  <a:schemeClr val="dk1"/>
                </a:solidFill>
                <a:latin typeface="Times New Roman"/>
              </a:rPr>
              <a:t>алгоритм Робертса</a:t>
            </a:r>
            <a:r>
              <a:rPr b="0" lang="en-US" sz="2200" spc="-1" strike="noStrike">
                <a:solidFill>
                  <a:schemeClr val="dk1"/>
                </a:solidFill>
                <a:latin typeface="Times New Roman"/>
              </a:rPr>
              <a:t>;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ru-RU" sz="2200" spc="-1" strike="noStrike">
                <a:solidFill>
                  <a:schemeClr val="dk1"/>
                </a:solidFill>
                <a:latin typeface="Times New Roman"/>
              </a:rPr>
              <a:t>алгоритм, использующий </a:t>
            </a:r>
            <a:r>
              <a:rPr b="0" lang="en-US" sz="2200" spc="-1" strike="noStrike">
                <a:solidFill>
                  <a:schemeClr val="dk1"/>
                </a:solidFill>
                <a:latin typeface="Times New Roman"/>
              </a:rPr>
              <a:t>z-</a:t>
            </a:r>
            <a:r>
              <a:rPr b="0" lang="ru-RU" sz="2200" spc="-1" strike="noStrike">
                <a:solidFill>
                  <a:schemeClr val="dk1"/>
                </a:solidFill>
                <a:latin typeface="Times New Roman"/>
              </a:rPr>
              <a:t>буфер</a:t>
            </a:r>
            <a:r>
              <a:rPr b="0" lang="en-US" sz="2200" spc="-1" strike="noStrike">
                <a:solidFill>
                  <a:schemeClr val="dk1"/>
                </a:solidFill>
                <a:latin typeface="Times New Roman"/>
              </a:rPr>
              <a:t>;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-US" sz="2200" spc="-1" strike="noStrike">
                <a:solidFill>
                  <a:schemeClr val="dk1"/>
                </a:solidFill>
                <a:latin typeface="Times New Roman"/>
              </a:rPr>
              <a:t>алгоритм Варнока;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ru-RU" sz="2200" spc="-1" strike="noStrike">
                <a:solidFill>
                  <a:schemeClr val="dk1"/>
                </a:solidFill>
                <a:latin typeface="Times New Roman"/>
              </a:rPr>
              <a:t>алгоритм обратной трассировки лучей</a:t>
            </a:r>
            <a:r>
              <a:rPr b="0" lang="en-US" sz="2200" spc="-1" strike="noStrike">
                <a:solidFill>
                  <a:schemeClr val="dk1"/>
                </a:solidFill>
                <a:latin typeface="Times New Roman"/>
              </a:rPr>
              <a:t>.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6" name="" descr=""/>
          <p:cNvPicPr/>
          <p:nvPr/>
        </p:nvPicPr>
        <p:blipFill>
          <a:blip r:embed="rId1"/>
          <a:stretch/>
        </p:blipFill>
        <p:spPr>
          <a:xfrm>
            <a:off x="6480000" y="4109400"/>
            <a:ext cx="5180040" cy="1830240"/>
          </a:xfrm>
          <a:prstGeom prst="rect">
            <a:avLst/>
          </a:prstGeom>
          <a:ln w="0">
            <a:noFill/>
          </a:ln>
        </p:spPr>
      </p:pic>
      <p:pic>
        <p:nvPicPr>
          <p:cNvPr id="197" name="" descr=""/>
          <p:cNvPicPr/>
          <p:nvPr/>
        </p:nvPicPr>
        <p:blipFill>
          <a:blip r:embed="rId2"/>
          <a:stretch/>
        </p:blipFill>
        <p:spPr>
          <a:xfrm>
            <a:off x="8407440" y="1080000"/>
            <a:ext cx="3292200" cy="2158920"/>
          </a:xfrm>
          <a:prstGeom prst="rect">
            <a:avLst/>
          </a:prstGeom>
          <a:ln w="0">
            <a:noFill/>
          </a:ln>
        </p:spPr>
      </p:pic>
      <p:pic>
        <p:nvPicPr>
          <p:cNvPr id="198" name="Пример работы z-буфера" descr=""/>
          <p:cNvPicPr/>
          <p:nvPr/>
        </p:nvPicPr>
        <p:blipFill>
          <a:blip r:embed="rId3"/>
          <a:stretch/>
        </p:blipFill>
        <p:spPr>
          <a:xfrm>
            <a:off x="5760000" y="1080000"/>
            <a:ext cx="2439000" cy="2304360"/>
          </a:xfrm>
          <a:prstGeom prst="rect">
            <a:avLst/>
          </a:prstGeom>
          <a:ln w="0">
            <a:noFill/>
          </a:ln>
        </p:spPr>
      </p:pic>
      <p:sp>
        <p:nvSpPr>
          <p:cNvPr id="199" name=""/>
          <p:cNvSpPr/>
          <p:nvPr/>
        </p:nvSpPr>
        <p:spPr>
          <a:xfrm>
            <a:off x="11520000" y="6300360"/>
            <a:ext cx="335880" cy="37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2000" spc="-1" strike="noStrike">
                <a:solidFill>
                  <a:schemeClr val="dk1"/>
                </a:solidFill>
                <a:latin typeface="Times New Roman"/>
              </a:rPr>
              <a:t>5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"/>
          <p:cNvSpPr/>
          <p:nvPr/>
        </p:nvSpPr>
        <p:spPr>
          <a:xfrm>
            <a:off x="5580000" y="3384720"/>
            <a:ext cx="2799720" cy="70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ru-RU" sz="2200" spc="-1" strike="noStrike">
                <a:solidFill>
                  <a:schemeClr val="dk1"/>
                </a:solidFill>
                <a:latin typeface="Times New Roman"/>
              </a:rPr>
              <a:t>Пример работы 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ru-RU" sz="2200" spc="-1" strike="noStrike">
                <a:solidFill>
                  <a:schemeClr val="dk1"/>
                </a:solidFill>
                <a:latin typeface="Times New Roman"/>
              </a:rPr>
              <a:t>z-буфера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"/>
          <p:cNvSpPr/>
          <p:nvPr/>
        </p:nvSpPr>
        <p:spPr>
          <a:xfrm>
            <a:off x="8420400" y="3238920"/>
            <a:ext cx="3239640" cy="13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ru-RU" sz="2200" spc="-1" strike="noStrike">
                <a:solidFill>
                  <a:schemeClr val="dk1"/>
                </a:solidFill>
                <a:latin typeface="Times New Roman"/>
              </a:rPr>
              <a:t>Пример работы алгоритма Варнока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"/>
          <p:cNvSpPr/>
          <p:nvPr/>
        </p:nvSpPr>
        <p:spPr>
          <a:xfrm>
            <a:off x="6480000" y="5950800"/>
            <a:ext cx="5039640" cy="13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ru-RU" sz="2200" spc="-1" strike="noStrike">
                <a:solidFill>
                  <a:schemeClr val="dk1"/>
                </a:solidFill>
                <a:latin typeface="Times New Roman"/>
              </a:rPr>
              <a:t>Пример работы  обратной трассировки лучей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680400" y="753120"/>
            <a:ext cx="9612720" cy="107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3400" spc="-1" strike="noStrike">
                <a:solidFill>
                  <a:schemeClr val="dk1"/>
                </a:solidFill>
                <a:latin typeface="Times New Roman"/>
              </a:rPr>
              <a:t>Анализ и выбор алгоритмов</a:t>
            </a:r>
            <a:endParaRPr b="0" lang="ru-RU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PlaceHolder 2"/>
          <p:cNvSpPr>
            <a:spLocks noGrp="1"/>
          </p:cNvSpPr>
          <p:nvPr>
            <p:ph/>
          </p:nvPr>
        </p:nvSpPr>
        <p:spPr>
          <a:xfrm>
            <a:off x="680400" y="2336760"/>
            <a:ext cx="5079240" cy="397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200" spc="-1" strike="noStrike">
                <a:solidFill>
                  <a:schemeClr val="dk1"/>
                </a:solidFill>
                <a:latin typeface="Times New Roman"/>
              </a:rPr>
              <a:t>Алгоритмы создания глобального освещения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ru-RU" sz="2200" spc="-1" strike="noStrike">
                <a:solidFill>
                  <a:schemeClr val="dk1"/>
                </a:solidFill>
                <a:latin typeface="Times New Roman"/>
              </a:rPr>
              <a:t>алгоритм обратной трассировки лучей</a:t>
            </a:r>
            <a:r>
              <a:rPr b="0" lang="en-US" sz="2200" spc="-1" strike="noStrike">
                <a:solidFill>
                  <a:schemeClr val="dk1"/>
                </a:solidFill>
                <a:latin typeface="Times New Roman"/>
              </a:rPr>
              <a:t>;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ru-RU" sz="2200" spc="-1" strike="noStrike">
                <a:solidFill>
                  <a:schemeClr val="dk1"/>
                </a:solidFill>
                <a:latin typeface="Times New Roman"/>
              </a:rPr>
              <a:t>алгоритм с использованием фотонных карт.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5" name="" descr=""/>
          <p:cNvPicPr/>
          <p:nvPr/>
        </p:nvPicPr>
        <p:blipFill>
          <a:blip r:embed="rId1"/>
          <a:stretch/>
        </p:blipFill>
        <p:spPr>
          <a:xfrm>
            <a:off x="5580000" y="1620000"/>
            <a:ext cx="6463080" cy="2925000"/>
          </a:xfrm>
          <a:prstGeom prst="rect">
            <a:avLst/>
          </a:prstGeom>
          <a:ln w="0">
            <a:noFill/>
          </a:ln>
        </p:spPr>
      </p:pic>
      <p:sp>
        <p:nvSpPr>
          <p:cNvPr id="206" name=""/>
          <p:cNvSpPr/>
          <p:nvPr/>
        </p:nvSpPr>
        <p:spPr>
          <a:xfrm>
            <a:off x="11520000" y="6300360"/>
            <a:ext cx="335880" cy="37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2000" spc="-1" strike="noStrike">
                <a:solidFill>
                  <a:schemeClr val="dk1"/>
                </a:solidFill>
                <a:latin typeface="Times New Roman"/>
              </a:rPr>
              <a:t>6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"/>
          <p:cNvSpPr/>
          <p:nvPr/>
        </p:nvSpPr>
        <p:spPr>
          <a:xfrm>
            <a:off x="720000" y="4680000"/>
            <a:ext cx="10799640" cy="178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2200" spc="-1" strike="noStrike">
                <a:solidFill>
                  <a:schemeClr val="dk1"/>
                </a:solidFill>
                <a:latin typeface="Times New Roman"/>
              </a:rPr>
              <a:t>В результате анализа методов для отрисовки выбран алгоритм обратной трассировки лучей, а для создания глобального освещения — метод с использованием фотонных карт.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680400" y="753120"/>
            <a:ext cx="9612720" cy="107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3400" spc="-1" strike="noStrike">
                <a:solidFill>
                  <a:schemeClr val="dk1"/>
                </a:solidFill>
                <a:latin typeface="Times New Roman"/>
              </a:rPr>
              <a:t>Формализация задачи</a:t>
            </a:r>
            <a:endParaRPr b="0" lang="ru-RU" sz="3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9" name="" descr=""/>
          <p:cNvPicPr/>
          <p:nvPr/>
        </p:nvPicPr>
        <p:blipFill>
          <a:blip r:embed="rId1"/>
          <a:stretch/>
        </p:blipFill>
        <p:spPr>
          <a:xfrm>
            <a:off x="720000" y="2340000"/>
            <a:ext cx="9732960" cy="3818160"/>
          </a:xfrm>
          <a:prstGeom prst="rect">
            <a:avLst/>
          </a:prstGeom>
          <a:ln w="0">
            <a:noFill/>
          </a:ln>
        </p:spPr>
      </p:pic>
      <p:sp>
        <p:nvSpPr>
          <p:cNvPr id="210" name=""/>
          <p:cNvSpPr/>
          <p:nvPr/>
        </p:nvSpPr>
        <p:spPr>
          <a:xfrm>
            <a:off x="11520000" y="6300360"/>
            <a:ext cx="335880" cy="37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2000" spc="-1" strike="noStrike">
                <a:solidFill>
                  <a:schemeClr val="dk1"/>
                </a:solidFill>
                <a:latin typeface="Times New Roman"/>
              </a:rPr>
              <a:t>7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540000" y="-179640"/>
            <a:ext cx="9612720" cy="107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3400" spc="-1" strike="noStrike">
                <a:solidFill>
                  <a:schemeClr val="dk1"/>
                </a:solidFill>
                <a:latin typeface="Times New Roman"/>
              </a:rPr>
              <a:t>Алгоритм обратной трассировки лучей</a:t>
            </a:r>
            <a:endParaRPr b="0" lang="ru-RU" sz="3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2" name="" descr=""/>
          <p:cNvPicPr/>
          <p:nvPr/>
        </p:nvPicPr>
        <p:blipFill>
          <a:blip r:embed="rId1"/>
          <a:stretch/>
        </p:blipFill>
        <p:spPr>
          <a:xfrm>
            <a:off x="678960" y="599400"/>
            <a:ext cx="4720680" cy="6060240"/>
          </a:xfrm>
          <a:prstGeom prst="rect">
            <a:avLst/>
          </a:prstGeom>
          <a:ln w="0">
            <a:noFill/>
          </a:ln>
        </p:spPr>
      </p:pic>
      <p:pic>
        <p:nvPicPr>
          <p:cNvPr id="213" name="" descr=""/>
          <p:cNvPicPr/>
          <p:nvPr/>
        </p:nvPicPr>
        <p:blipFill>
          <a:blip r:embed="rId2"/>
          <a:stretch/>
        </p:blipFill>
        <p:spPr>
          <a:xfrm>
            <a:off x="5580000" y="720000"/>
            <a:ext cx="5448240" cy="5759640"/>
          </a:xfrm>
          <a:prstGeom prst="rect">
            <a:avLst/>
          </a:prstGeom>
          <a:ln w="0">
            <a:noFill/>
          </a:ln>
        </p:spPr>
      </p:pic>
      <p:sp>
        <p:nvSpPr>
          <p:cNvPr id="214" name=""/>
          <p:cNvSpPr/>
          <p:nvPr/>
        </p:nvSpPr>
        <p:spPr>
          <a:xfrm>
            <a:off x="11520000" y="6300720"/>
            <a:ext cx="539640" cy="65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2000" spc="-1" strike="noStrike">
                <a:solidFill>
                  <a:schemeClr val="dk1"/>
                </a:solidFill>
                <a:latin typeface="Times New Roman"/>
              </a:rPr>
              <a:t>8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466920" y="180000"/>
            <a:ext cx="9612720" cy="107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3400" spc="-1" strike="noStrike">
                <a:solidFill>
                  <a:schemeClr val="dk1"/>
                </a:solidFill>
                <a:latin typeface="Times New Roman"/>
              </a:rPr>
              <a:t>Алгоритм построения фотонных карт</a:t>
            </a:r>
            <a:endParaRPr b="0" lang="ru-RU" sz="3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6" name="" descr=""/>
          <p:cNvPicPr/>
          <p:nvPr/>
        </p:nvPicPr>
        <p:blipFill>
          <a:blip r:embed="rId1"/>
          <a:stretch/>
        </p:blipFill>
        <p:spPr>
          <a:xfrm>
            <a:off x="1980720" y="901440"/>
            <a:ext cx="6118920" cy="5758200"/>
          </a:xfrm>
          <a:prstGeom prst="rect">
            <a:avLst/>
          </a:prstGeom>
          <a:ln w="0">
            <a:noFill/>
          </a:ln>
        </p:spPr>
      </p:pic>
      <p:sp>
        <p:nvSpPr>
          <p:cNvPr id="217" name=""/>
          <p:cNvSpPr/>
          <p:nvPr/>
        </p:nvSpPr>
        <p:spPr>
          <a:xfrm>
            <a:off x="11520000" y="6300720"/>
            <a:ext cx="539640" cy="65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2000" spc="-1" strike="noStrike">
                <a:solidFill>
                  <a:schemeClr val="dk1"/>
                </a:solidFill>
                <a:latin typeface="Times New Roman"/>
              </a:rPr>
              <a:t>9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466920" y="360"/>
            <a:ext cx="9612720" cy="107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3400" spc="-1" strike="noStrike">
                <a:solidFill>
                  <a:schemeClr val="dk1"/>
                </a:solidFill>
                <a:latin typeface="Times New Roman"/>
              </a:rPr>
              <a:t>Схема программного обеспечения</a:t>
            </a:r>
            <a:endParaRPr b="0" lang="ru-RU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"/>
          <p:cNvSpPr/>
          <p:nvPr/>
        </p:nvSpPr>
        <p:spPr>
          <a:xfrm>
            <a:off x="11520000" y="6300720"/>
            <a:ext cx="539640" cy="65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2000" spc="-1" strike="noStrike">
                <a:solidFill>
                  <a:schemeClr val="dk1"/>
                </a:solidFill>
                <a:latin typeface="Times New Roman"/>
              </a:rPr>
              <a:t>10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0" name="" descr=""/>
          <p:cNvPicPr/>
          <p:nvPr/>
        </p:nvPicPr>
        <p:blipFill>
          <a:blip r:embed="rId1"/>
          <a:stretch/>
        </p:blipFill>
        <p:spPr>
          <a:xfrm>
            <a:off x="2520000" y="900000"/>
            <a:ext cx="7564680" cy="5916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680400" y="753120"/>
            <a:ext cx="9612720" cy="107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3400" spc="-1" strike="noStrike">
                <a:solidFill>
                  <a:schemeClr val="dk1"/>
                </a:solidFill>
                <a:latin typeface="Times New Roman"/>
              </a:rPr>
              <a:t>Средства реализации</a:t>
            </a:r>
            <a:endParaRPr b="0" lang="ru-RU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/>
          </p:nvPr>
        </p:nvSpPr>
        <p:spPr>
          <a:xfrm>
            <a:off x="680400" y="2336760"/>
            <a:ext cx="9612720" cy="397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200" spc="-1" strike="noStrike">
                <a:solidFill>
                  <a:schemeClr val="dk1"/>
                </a:solidFill>
                <a:latin typeface="Times New Roman"/>
              </a:rPr>
              <a:t>Язык: C++;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200" spc="-1" strike="noStrike">
                <a:solidFill>
                  <a:schemeClr val="dk1"/>
                </a:solidFill>
                <a:latin typeface="Times New Roman"/>
              </a:rPr>
              <a:t>Среда разработки: Qt Creator;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200" spc="-1" strike="noStrike">
                <a:solidFill>
                  <a:schemeClr val="dk1"/>
                </a:solidFill>
                <a:latin typeface="Times New Roman"/>
              </a:rPr>
              <a:t>Модульное тестирование: Qt Test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"/>
          <p:cNvSpPr/>
          <p:nvPr/>
        </p:nvSpPr>
        <p:spPr>
          <a:xfrm>
            <a:off x="11520000" y="6300720"/>
            <a:ext cx="539640" cy="65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2000" spc="-1" strike="noStrike">
                <a:solidFill>
                  <a:schemeClr val="dk1"/>
                </a:solidFill>
                <a:latin typeface="Times New Roman"/>
              </a:rPr>
              <a:t>11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646920" y="360360"/>
            <a:ext cx="9612720" cy="107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3400" spc="-1" strike="noStrike">
                <a:solidFill>
                  <a:schemeClr val="dk1"/>
                </a:solidFill>
                <a:latin typeface="Times New Roman"/>
              </a:rPr>
              <a:t>Пример работы программы</a:t>
            </a:r>
            <a:endParaRPr b="0" lang="ru-RU" sz="3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5" name="" descr=""/>
          <p:cNvPicPr/>
          <p:nvPr/>
        </p:nvPicPr>
        <p:blipFill>
          <a:blip r:embed="rId1"/>
          <a:stretch/>
        </p:blipFill>
        <p:spPr>
          <a:xfrm>
            <a:off x="2015640" y="1270440"/>
            <a:ext cx="8161920" cy="4964760"/>
          </a:xfrm>
          <a:prstGeom prst="rect">
            <a:avLst/>
          </a:prstGeom>
          <a:ln w="0">
            <a:noFill/>
          </a:ln>
        </p:spPr>
      </p:pic>
      <p:sp>
        <p:nvSpPr>
          <p:cNvPr id="226" name=""/>
          <p:cNvSpPr/>
          <p:nvPr/>
        </p:nvSpPr>
        <p:spPr>
          <a:xfrm>
            <a:off x="11520000" y="6300720"/>
            <a:ext cx="539640" cy="65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2000" spc="-1" strike="noStrike">
                <a:solidFill>
                  <a:schemeClr val="dk1"/>
                </a:solidFill>
                <a:latin typeface="Times New Roman"/>
              </a:rPr>
              <a:t>12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680400" y="753120"/>
            <a:ext cx="9612720" cy="107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3400" spc="-1" strike="noStrike">
                <a:solidFill>
                  <a:schemeClr val="dk1"/>
                </a:solidFill>
                <a:latin typeface="Times New Roman"/>
              </a:rPr>
              <a:t>Модульное тестирование</a:t>
            </a:r>
            <a:endParaRPr b="0" lang="ru-RU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"/>
          <p:cNvSpPr/>
          <p:nvPr/>
        </p:nvSpPr>
        <p:spPr>
          <a:xfrm>
            <a:off x="567360" y="1980000"/>
            <a:ext cx="9331560" cy="431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Созданы наборы тестов для:</a:t>
            </a:r>
            <a:br>
              <a:rPr sz="1800"/>
            </a:b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1) методов объекта класса Sphere, Lens, Polygon;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2) методов объекта класса Ray, Vec3;</a:t>
            </a:r>
            <a:br>
              <a:rPr sz="1800"/>
            </a:b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В качестве меры оценки полноты тестирования был выбран процент покрытия: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F = N / K * 100%, где N – количество строк, покрытых тестами, K –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общее количество строк кода.</a:t>
            </a:r>
            <a:br>
              <a:rPr sz="1800"/>
            </a:b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Процент покрытия для созданного набора тестов: 20%.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"/>
          <p:cNvSpPr/>
          <p:nvPr/>
        </p:nvSpPr>
        <p:spPr>
          <a:xfrm>
            <a:off x="11520000" y="6300720"/>
            <a:ext cx="539640" cy="65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2000" spc="-1" strike="noStrike">
                <a:solidFill>
                  <a:schemeClr val="dk1"/>
                </a:solidFill>
                <a:latin typeface="Times New Roman"/>
              </a:rPr>
              <a:t>13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title"/>
          </p:nvPr>
        </p:nvSpPr>
        <p:spPr>
          <a:xfrm>
            <a:off x="720000" y="180000"/>
            <a:ext cx="9612720" cy="107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3400" spc="-1" strike="noStrike">
                <a:solidFill>
                  <a:schemeClr val="dk1"/>
                </a:solidFill>
                <a:latin typeface="Times New Roman"/>
              </a:rPr>
              <a:t>Сцена эксперимента</a:t>
            </a:r>
            <a:endParaRPr b="0" lang="ru-RU" sz="3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1" name="" descr=""/>
          <p:cNvPicPr/>
          <p:nvPr/>
        </p:nvPicPr>
        <p:blipFill>
          <a:blip r:embed="rId1"/>
          <a:stretch/>
        </p:blipFill>
        <p:spPr>
          <a:xfrm>
            <a:off x="360720" y="1016280"/>
            <a:ext cx="5938920" cy="5643360"/>
          </a:xfrm>
          <a:prstGeom prst="rect">
            <a:avLst/>
          </a:prstGeom>
          <a:ln w="0">
            <a:noFill/>
          </a:ln>
        </p:spPr>
      </p:pic>
      <p:sp>
        <p:nvSpPr>
          <p:cNvPr id="232" name=""/>
          <p:cNvSpPr/>
          <p:nvPr/>
        </p:nvSpPr>
        <p:spPr>
          <a:xfrm>
            <a:off x="11520000" y="6300720"/>
            <a:ext cx="539640" cy="65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2000" spc="-1" strike="noStrike">
                <a:solidFill>
                  <a:schemeClr val="dk1"/>
                </a:solidFill>
                <a:latin typeface="Times New Roman"/>
              </a:rPr>
              <a:t>14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3" name="" descr=""/>
          <p:cNvPicPr/>
          <p:nvPr/>
        </p:nvPicPr>
        <p:blipFill>
          <a:blip r:embed="rId2"/>
          <a:stretch/>
        </p:blipFill>
        <p:spPr>
          <a:xfrm>
            <a:off x="6660000" y="720000"/>
            <a:ext cx="4908960" cy="611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680400" y="753120"/>
            <a:ext cx="9612720" cy="107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3400" spc="-1" strike="noStrike">
                <a:solidFill>
                  <a:schemeClr val="dk1"/>
                </a:solidFill>
                <a:latin typeface="Times New Roman"/>
              </a:rPr>
              <a:t>Зависимость времени отрисовки от числа фотонов</a:t>
            </a:r>
            <a:br>
              <a:rPr sz="3400"/>
            </a:br>
            <a:r>
              <a:rPr b="0" lang="ru-RU" sz="3400" spc="-1" strike="noStrike">
                <a:solidFill>
                  <a:schemeClr val="dk1"/>
                </a:solidFill>
                <a:latin typeface="Times New Roman"/>
              </a:rPr>
              <a:t>и радиуса сбора освещенности</a:t>
            </a:r>
            <a:endParaRPr b="0" lang="ru-RU" sz="3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5" name="" descr=""/>
          <p:cNvPicPr/>
          <p:nvPr/>
        </p:nvPicPr>
        <p:blipFill>
          <a:blip r:embed="rId1"/>
          <a:stretch/>
        </p:blipFill>
        <p:spPr>
          <a:xfrm>
            <a:off x="0" y="2205000"/>
            <a:ext cx="6191640" cy="4273920"/>
          </a:xfrm>
          <a:prstGeom prst="rect">
            <a:avLst/>
          </a:prstGeom>
          <a:ln w="0">
            <a:noFill/>
          </a:ln>
        </p:spPr>
      </p:pic>
      <p:pic>
        <p:nvPicPr>
          <p:cNvPr id="236" name="" descr=""/>
          <p:cNvPicPr/>
          <p:nvPr/>
        </p:nvPicPr>
        <p:blipFill>
          <a:blip r:embed="rId2"/>
          <a:stretch/>
        </p:blipFill>
        <p:spPr>
          <a:xfrm>
            <a:off x="6300000" y="2520000"/>
            <a:ext cx="5704560" cy="3778920"/>
          </a:xfrm>
          <a:prstGeom prst="rect">
            <a:avLst/>
          </a:prstGeom>
          <a:ln w="0">
            <a:noFill/>
          </a:ln>
        </p:spPr>
      </p:pic>
      <p:sp>
        <p:nvSpPr>
          <p:cNvPr id="237" name=""/>
          <p:cNvSpPr/>
          <p:nvPr/>
        </p:nvSpPr>
        <p:spPr>
          <a:xfrm>
            <a:off x="11520000" y="6300720"/>
            <a:ext cx="539640" cy="65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2000" spc="-1" strike="noStrike">
                <a:solidFill>
                  <a:schemeClr val="dk1"/>
                </a:solidFill>
                <a:latin typeface="Times New Roman"/>
              </a:rPr>
              <a:t>15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title"/>
          </p:nvPr>
        </p:nvSpPr>
        <p:spPr>
          <a:xfrm>
            <a:off x="680400" y="753120"/>
            <a:ext cx="9612720" cy="107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Заключение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"/>
          <p:cNvSpPr/>
          <p:nvPr/>
        </p:nvSpPr>
        <p:spPr>
          <a:xfrm>
            <a:off x="680400" y="2353680"/>
            <a:ext cx="9612720" cy="316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В ходе выполнения курсовой работы была достигнута поставленная цель: разработано программное обеспечение для визуализации преломлений через линзы.</a:t>
            </a:r>
            <a:br>
              <a:rPr sz="1800"/>
            </a:br>
            <a:br>
              <a:rPr sz="1800"/>
            </a:b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Также были решены все задачи:</a:t>
            </a:r>
            <a:br>
              <a:rPr sz="1800"/>
            </a:b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– рассмотрены физические основы явления;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–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проанализированы и выбраны модели представления трехмерных объектов;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–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выбран оптимальный алгоритм для решения поставленной задачи;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–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спроектирована архитектура программы и пользовательского интерфейса;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–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реализованы необходимые структуры данных и алгоритмы;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–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описана структура разработанного программного обеспечения;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–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продемонстрирована работоспособность программы;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–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DejaVu Sans"/>
              </a:rPr>
              <a:t>проведено исследование производительности созданного ПО.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"/>
          <p:cNvSpPr/>
          <p:nvPr/>
        </p:nvSpPr>
        <p:spPr>
          <a:xfrm>
            <a:off x="11520000" y="6300720"/>
            <a:ext cx="539640" cy="65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2000" spc="-1" strike="noStrike">
                <a:solidFill>
                  <a:schemeClr val="dk1"/>
                </a:solidFill>
                <a:latin typeface="Times New Roman"/>
              </a:rPr>
              <a:t>16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Берлин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Берлин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70000"/>
                <a:lumMod val="10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2700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6000"/>
                <a:shade val="100000"/>
                <a:lumMod val="128000"/>
              </a:schemeClr>
            </a:gs>
            <a:gs pos="50000">
              <a:schemeClr val="phClr">
                <a:shade val="100000"/>
                <a:lumMod val="130000"/>
              </a:schemeClr>
            </a:gs>
            <a:gs pos="100000">
              <a:schemeClr val="phClr">
                <a:shade val="78000"/>
                <a:lumMod val="69000"/>
              </a:schemeClr>
            </a:gs>
          </a:gsLst>
          <a:lin ang="252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Берлин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Берлин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70000"/>
                <a:lumMod val="10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2700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6000"/>
                <a:shade val="100000"/>
                <a:lumMod val="128000"/>
              </a:schemeClr>
            </a:gs>
            <a:gs pos="50000">
              <a:schemeClr val="phClr">
                <a:shade val="100000"/>
                <a:lumMod val="130000"/>
              </a:schemeClr>
            </a:gs>
            <a:gs pos="100000">
              <a:schemeClr val="phClr">
                <a:shade val="78000"/>
                <a:lumMod val="69000"/>
              </a:schemeClr>
            </a:gs>
          </a:gsLst>
          <a:lin ang="252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Берлин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Берлин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70000"/>
                <a:lumMod val="10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2700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6000"/>
                <a:shade val="100000"/>
                <a:lumMod val="128000"/>
              </a:schemeClr>
            </a:gs>
            <a:gs pos="50000">
              <a:schemeClr val="phClr">
                <a:shade val="100000"/>
                <a:lumMod val="130000"/>
              </a:schemeClr>
            </a:gs>
            <a:gs pos="100000">
              <a:schemeClr val="phClr">
                <a:shade val="78000"/>
                <a:lumMod val="69000"/>
              </a:schemeClr>
            </a:gs>
          </a:gsLst>
          <a:lin ang="252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Берлин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Берлин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70000"/>
                <a:lumMod val="10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2700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6000"/>
                <a:shade val="100000"/>
                <a:lumMod val="128000"/>
              </a:schemeClr>
            </a:gs>
            <a:gs pos="50000">
              <a:schemeClr val="phClr">
                <a:shade val="100000"/>
                <a:lumMod val="130000"/>
              </a:schemeClr>
            </a:gs>
            <a:gs pos="100000">
              <a:schemeClr val="phClr">
                <a:shade val="78000"/>
                <a:lumMod val="69000"/>
              </a:schemeClr>
            </a:gs>
          </a:gsLst>
          <a:lin ang="252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Берлин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Берлин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70000"/>
                <a:lumMod val="10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2700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6000"/>
                <a:shade val="100000"/>
                <a:lumMod val="128000"/>
              </a:schemeClr>
            </a:gs>
            <a:gs pos="50000">
              <a:schemeClr val="phClr">
                <a:shade val="100000"/>
                <a:lumMod val="130000"/>
              </a:schemeClr>
            </a:gs>
            <a:gs pos="100000">
              <a:schemeClr val="phClr">
                <a:shade val="78000"/>
                <a:lumMod val="69000"/>
              </a:schemeClr>
            </a:gs>
          </a:gsLst>
          <a:lin ang="252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Берлин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Берлин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70000"/>
                <a:lumMod val="10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2700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6000"/>
                <a:shade val="100000"/>
                <a:lumMod val="128000"/>
              </a:schemeClr>
            </a:gs>
            <a:gs pos="50000">
              <a:schemeClr val="phClr">
                <a:shade val="100000"/>
                <a:lumMod val="130000"/>
              </a:schemeClr>
            </a:gs>
            <a:gs pos="100000">
              <a:schemeClr val="phClr">
                <a:shade val="78000"/>
                <a:lumMod val="69000"/>
              </a:schemeClr>
            </a:gs>
          </a:gsLst>
          <a:lin ang="252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Берлин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Берлин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70000"/>
                <a:lumMod val="10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2700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6000"/>
                <a:shade val="100000"/>
                <a:lumMod val="128000"/>
              </a:schemeClr>
            </a:gs>
            <a:gs pos="50000">
              <a:schemeClr val="phClr">
                <a:shade val="100000"/>
                <a:lumMod val="130000"/>
              </a:schemeClr>
            </a:gs>
            <a:gs pos="100000">
              <a:schemeClr val="phClr">
                <a:shade val="78000"/>
                <a:lumMod val="69000"/>
              </a:schemeClr>
            </a:gs>
          </a:gsLst>
          <a:lin ang="252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Берлин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Берлин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70000"/>
                <a:lumMod val="10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2700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6000"/>
                <a:shade val="100000"/>
                <a:lumMod val="128000"/>
              </a:schemeClr>
            </a:gs>
            <a:gs pos="50000">
              <a:schemeClr val="phClr">
                <a:shade val="100000"/>
                <a:lumMod val="130000"/>
              </a:schemeClr>
            </a:gs>
            <a:gs pos="100000">
              <a:schemeClr val="phClr">
                <a:shade val="78000"/>
                <a:lumMod val="69000"/>
              </a:schemeClr>
            </a:gs>
          </a:gsLst>
          <a:lin ang="252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Берлин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Берлин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70000"/>
                <a:lumMod val="10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2700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6000"/>
                <a:shade val="100000"/>
                <a:lumMod val="128000"/>
              </a:schemeClr>
            </a:gs>
            <a:gs pos="50000">
              <a:schemeClr val="phClr">
                <a:shade val="100000"/>
                <a:lumMod val="130000"/>
              </a:schemeClr>
            </a:gs>
            <a:gs pos="100000">
              <a:schemeClr val="phClr">
                <a:shade val="78000"/>
                <a:lumMod val="69000"/>
              </a:schemeClr>
            </a:gs>
          </a:gsLst>
          <a:lin ang="252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Берлин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Берлин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70000"/>
                <a:lumMod val="10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2700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6000"/>
                <a:shade val="100000"/>
                <a:lumMod val="128000"/>
              </a:schemeClr>
            </a:gs>
            <a:gs pos="50000">
              <a:schemeClr val="phClr">
                <a:shade val="100000"/>
                <a:lumMod val="130000"/>
              </a:schemeClr>
            </a:gs>
            <a:gs pos="100000">
              <a:schemeClr val="phClr">
                <a:shade val="78000"/>
                <a:lumMod val="69000"/>
              </a:schemeClr>
            </a:gs>
          </a:gsLst>
          <a:lin ang="252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Берлин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Берлин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70000"/>
                <a:lumMod val="10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2700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6000"/>
                <a:shade val="100000"/>
                <a:lumMod val="128000"/>
              </a:schemeClr>
            </a:gs>
            <a:gs pos="50000">
              <a:schemeClr val="phClr">
                <a:shade val="100000"/>
                <a:lumMod val="130000"/>
              </a:schemeClr>
            </a:gs>
            <a:gs pos="100000">
              <a:schemeClr val="phClr">
                <a:shade val="78000"/>
                <a:lumMod val="69000"/>
              </a:schemeClr>
            </a:gs>
          </a:gsLst>
          <a:lin ang="252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Берлин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Берлин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70000"/>
                <a:lumMod val="10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2700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6000"/>
                <a:shade val="100000"/>
                <a:lumMod val="128000"/>
              </a:schemeClr>
            </a:gs>
            <a:gs pos="50000">
              <a:schemeClr val="phClr">
                <a:shade val="100000"/>
                <a:lumMod val="130000"/>
              </a:schemeClr>
            </a:gs>
            <a:gs pos="100000">
              <a:schemeClr val="phClr">
                <a:shade val="78000"/>
                <a:lumMod val="69000"/>
              </a:schemeClr>
            </a:gs>
          </a:gsLst>
          <a:lin ang="252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Берлин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Берлин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70000"/>
                <a:lumMod val="10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2700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6000"/>
                <a:shade val="100000"/>
                <a:lumMod val="128000"/>
              </a:schemeClr>
            </a:gs>
            <a:gs pos="50000">
              <a:schemeClr val="phClr">
                <a:shade val="100000"/>
                <a:lumMod val="130000"/>
              </a:schemeClr>
            </a:gs>
            <a:gs pos="100000">
              <a:schemeClr val="phClr">
                <a:shade val="78000"/>
                <a:lumMod val="69000"/>
              </a:schemeClr>
            </a:gs>
          </a:gsLst>
          <a:lin ang="2520000" scaled="0"/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Берлин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Берлин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70000"/>
                <a:lumMod val="10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2700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6000"/>
                <a:shade val="100000"/>
                <a:lumMod val="128000"/>
              </a:schemeClr>
            </a:gs>
            <a:gs pos="50000">
              <a:schemeClr val="phClr">
                <a:shade val="100000"/>
                <a:lumMod val="130000"/>
              </a:schemeClr>
            </a:gs>
            <a:gs pos="100000">
              <a:schemeClr val="phClr">
                <a:shade val="78000"/>
                <a:lumMod val="69000"/>
              </a:schemeClr>
            </a:gs>
          </a:gsLst>
          <a:lin ang="2520000" scaled="0"/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Берлин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Берлин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70000"/>
                <a:lumMod val="10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2700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6000"/>
                <a:shade val="100000"/>
                <a:lumMod val="128000"/>
              </a:schemeClr>
            </a:gs>
            <a:gs pos="50000">
              <a:schemeClr val="phClr">
                <a:shade val="100000"/>
                <a:lumMod val="130000"/>
              </a:schemeClr>
            </a:gs>
            <a:gs pos="100000">
              <a:schemeClr val="phClr">
                <a:shade val="78000"/>
                <a:lumMod val="69000"/>
              </a:schemeClr>
            </a:gs>
          </a:gsLst>
          <a:lin ang="2520000" scaled="0"/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Берлин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Берлин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70000"/>
                <a:lumMod val="10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2700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6000"/>
                <a:shade val="100000"/>
                <a:lumMod val="128000"/>
              </a:schemeClr>
            </a:gs>
            <a:gs pos="50000">
              <a:schemeClr val="phClr">
                <a:shade val="100000"/>
                <a:lumMod val="130000"/>
              </a:schemeClr>
            </a:gs>
            <a:gs pos="100000">
              <a:schemeClr val="phClr">
                <a:shade val="78000"/>
                <a:lumMod val="69000"/>
              </a:schemeClr>
            </a:gs>
          </a:gsLst>
          <a:lin ang="2520000" scaled="0"/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Берлин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Берлин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70000"/>
                <a:lumMod val="10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2700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6000"/>
                <a:shade val="100000"/>
                <a:lumMod val="128000"/>
              </a:schemeClr>
            </a:gs>
            <a:gs pos="50000">
              <a:schemeClr val="phClr">
                <a:shade val="100000"/>
                <a:lumMod val="130000"/>
              </a:schemeClr>
            </a:gs>
            <a:gs pos="100000">
              <a:schemeClr val="phClr">
                <a:shade val="78000"/>
                <a:lumMod val="69000"/>
              </a:schemeClr>
            </a:gs>
          </a:gsLst>
          <a:lin ang="2520000" scaled="0"/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Берлин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Берлин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70000"/>
                <a:lumMod val="10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2700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6000"/>
                <a:shade val="100000"/>
                <a:lumMod val="128000"/>
              </a:schemeClr>
            </a:gs>
            <a:gs pos="50000">
              <a:schemeClr val="phClr">
                <a:shade val="100000"/>
                <a:lumMod val="130000"/>
              </a:schemeClr>
            </a:gs>
            <a:gs pos="100000">
              <a:schemeClr val="phClr">
                <a:shade val="78000"/>
                <a:lumMod val="69000"/>
              </a:schemeClr>
            </a:gs>
          </a:gsLst>
          <a:lin ang="2520000" scaled="0"/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1480</TotalTime>
  <Application>LibreOffice/24.2.6.2$Linux_X86_64 LibreOffice_project/420$Build-2</Application>
  <AppVersion>15.0000</AppVersion>
  <Words>757</Words>
  <Paragraphs>106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2022-01-29T11:10:53Z</dcterms:created>
  <dc:creator>Kirill Kovalets</dc:creator>
  <dc:description/>
  <dc:language>ru-RU</dc:language>
  <cp:lastModifiedBy/>
  <dcterms:modified xsi:type="dcterms:W3CDTF">2024-12-13T20:45:27Z</dcterms:modified>
  <cp:revision>45</cp:revision>
  <dc:subject/>
  <dc:title>Методы распознавания объектов на изображениях с применением машинного зрения  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Широкоэкранный</vt:lpwstr>
  </property>
  <property fmtid="{D5CDD505-2E9C-101B-9397-08002B2CF9AE}" pid="3" name="Slides">
    <vt:i4>18</vt:i4>
  </property>
</Properties>
</file>